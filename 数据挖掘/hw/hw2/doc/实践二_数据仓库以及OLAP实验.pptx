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4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5.xml" ContentType="application/vnd.openxmlformats-officedocument.theme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6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7.xml" ContentType="application/vnd.openxmlformats-officedocument.theme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theme/theme8.xml" ContentType="application/vnd.openxmlformats-officedocument.theme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9.xml" ContentType="application/vnd.openxmlformats-officedocument.theme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theme/theme10.xml" ContentType="application/vnd.openxmlformats-officedocument.theme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theme/theme11.xml" ContentType="application/vnd.openxmlformats-officedocument.theme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theme/theme12.xml" ContentType="application/vnd.openxmlformats-officedocument.theme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theme/theme13.xml" ContentType="application/vnd.openxmlformats-officedocument.theme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theme/theme14.xml" ContentType="application/vnd.openxmlformats-officedocument.theme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theme/theme15.xml" ContentType="application/vnd.openxmlformats-officedocument.theme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theme/theme16.xml" ContentType="application/vnd.openxmlformats-officedocument.theme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theme/theme17.xml" ContentType="application/vnd.openxmlformats-officedocument.theme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theme/theme18.xml" ContentType="application/vnd.openxmlformats-officedocument.theme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theme/theme19.xml" ContentType="application/vnd.openxmlformats-officedocument.theme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theme/theme20.xml" ContentType="application/vnd.openxmlformats-officedocument.theme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theme/theme21.xml" ContentType="application/vnd.openxmlformats-officedocument.theme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theme/theme22.xml" ContentType="application/vnd.openxmlformats-officedocument.theme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theme/theme23.xml" ContentType="application/vnd.openxmlformats-officedocument.theme+xml"/>
  <Override PartName="/ppt/slideLayouts/slideLayout369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theme/theme24.xml" ContentType="application/vnd.openxmlformats-officedocument.theme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00.xml" ContentType="application/vnd.openxmlformats-officedocument.presentationml.slideLayout+xml"/>
  <Override PartName="/ppt/theme/theme25.xml" ContentType="application/vnd.openxmlformats-officedocument.theme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theme/theme26.xml" ContentType="application/vnd.openxmlformats-officedocument.theme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theme/theme27.xml" ContentType="application/vnd.openxmlformats-officedocument.theme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442.xml" ContentType="application/vnd.openxmlformats-officedocument.presentationml.slideLayout+xml"/>
  <Override PartName="/ppt/slideLayouts/slideLayout443.xml" ContentType="application/vnd.openxmlformats-officedocument.presentationml.slideLayout+xml"/>
  <Override PartName="/ppt/slideLayouts/slideLayout444.xml" ContentType="application/vnd.openxmlformats-officedocument.presentationml.slideLayout+xml"/>
  <Override PartName="/ppt/slideLayouts/slideLayout445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48.xml" ContentType="application/vnd.openxmlformats-officedocument.presentationml.slideLayout+xml"/>
  <Override PartName="/ppt/theme/theme28.xml" ContentType="application/vnd.openxmlformats-officedocument.theme+xml"/>
  <Override PartName="/ppt/slideLayouts/slideLayout449.xml" ContentType="application/vnd.openxmlformats-officedocument.presentationml.slideLayout+xml"/>
  <Override PartName="/ppt/slideLayouts/slideLayout450.xml" ContentType="application/vnd.openxmlformats-officedocument.presentationml.slideLayout+xml"/>
  <Override PartName="/ppt/slideLayouts/slideLayout451.xml" ContentType="application/vnd.openxmlformats-officedocument.presentationml.slideLayout+xml"/>
  <Override PartName="/ppt/slideLayouts/slideLayout452.xml" ContentType="application/vnd.openxmlformats-officedocument.presentationml.slideLayout+xml"/>
  <Override PartName="/ppt/slideLayouts/slideLayout453.xml" ContentType="application/vnd.openxmlformats-officedocument.presentationml.slideLayout+xml"/>
  <Override PartName="/ppt/slideLayouts/slideLayout454.xml" ContentType="application/vnd.openxmlformats-officedocument.presentationml.slideLayout+xml"/>
  <Override PartName="/ppt/slideLayouts/slideLayout455.xml" ContentType="application/vnd.openxmlformats-officedocument.presentationml.slideLayout+xml"/>
  <Override PartName="/ppt/slideLayouts/slideLayout456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458.xml" ContentType="application/vnd.openxmlformats-officedocument.presentationml.slideLayout+xml"/>
  <Override PartName="/ppt/slideLayouts/slideLayout459.xml" ContentType="application/vnd.openxmlformats-officedocument.presentationml.slideLayout+xml"/>
  <Override PartName="/ppt/slideLayouts/slideLayout460.xml" ContentType="application/vnd.openxmlformats-officedocument.presentationml.slideLayout+xml"/>
  <Override PartName="/ppt/slideLayouts/slideLayout461.xml" ContentType="application/vnd.openxmlformats-officedocument.presentationml.slideLayout+xml"/>
  <Override PartName="/ppt/slideLayouts/slideLayout462.xml" ContentType="application/vnd.openxmlformats-officedocument.presentationml.slideLayout+xml"/>
  <Override PartName="/ppt/slideLayouts/slideLayout463.xml" ContentType="application/vnd.openxmlformats-officedocument.presentationml.slideLayout+xml"/>
  <Override PartName="/ppt/slideLayouts/slideLayout464.xml" ContentType="application/vnd.openxmlformats-officedocument.presentationml.slideLayout+xml"/>
  <Override PartName="/ppt/theme/theme29.xml" ContentType="application/vnd.openxmlformats-officedocument.theme+xml"/>
  <Override PartName="/ppt/slideLayouts/slideLayout465.xml" ContentType="application/vnd.openxmlformats-officedocument.presentationml.slideLayout+xml"/>
  <Override PartName="/ppt/slideLayouts/slideLayout466.xml" ContentType="application/vnd.openxmlformats-officedocument.presentationml.slideLayout+xml"/>
  <Override PartName="/ppt/slideLayouts/slideLayout467.xml" ContentType="application/vnd.openxmlformats-officedocument.presentationml.slideLayout+xml"/>
  <Override PartName="/ppt/slideLayouts/slideLayout468.xml" ContentType="application/vnd.openxmlformats-officedocument.presentationml.slideLayout+xml"/>
  <Override PartName="/ppt/slideLayouts/slideLayout469.xml" ContentType="application/vnd.openxmlformats-officedocument.presentationml.slideLayout+xml"/>
  <Override PartName="/ppt/slideLayouts/slideLayout470.xml" ContentType="application/vnd.openxmlformats-officedocument.presentationml.slideLayout+xml"/>
  <Override PartName="/ppt/slideLayouts/slideLayout471.xml" ContentType="application/vnd.openxmlformats-officedocument.presentationml.slideLayout+xml"/>
  <Override PartName="/ppt/slideLayouts/slideLayout472.xml" ContentType="application/vnd.openxmlformats-officedocument.presentationml.slideLayout+xml"/>
  <Override PartName="/ppt/slideLayouts/slideLayout473.xml" ContentType="application/vnd.openxmlformats-officedocument.presentationml.slideLayout+xml"/>
  <Override PartName="/ppt/slideLayouts/slideLayout474.xml" ContentType="application/vnd.openxmlformats-officedocument.presentationml.slideLayout+xml"/>
  <Override PartName="/ppt/slideLayouts/slideLayout475.xml" ContentType="application/vnd.openxmlformats-officedocument.presentationml.slideLayout+xml"/>
  <Override PartName="/ppt/slideLayouts/slideLayout476.xml" ContentType="application/vnd.openxmlformats-officedocument.presentationml.slideLayout+xml"/>
  <Override PartName="/ppt/slideLayouts/slideLayout477.xml" ContentType="application/vnd.openxmlformats-officedocument.presentationml.slideLayout+xml"/>
  <Override PartName="/ppt/slideLayouts/slideLayout478.xml" ContentType="application/vnd.openxmlformats-officedocument.presentationml.slideLayout+xml"/>
  <Override PartName="/ppt/slideLayouts/slideLayout479.xml" ContentType="application/vnd.openxmlformats-officedocument.presentationml.slideLayout+xml"/>
  <Override PartName="/ppt/slideLayouts/slideLayout480.xml" ContentType="application/vnd.openxmlformats-officedocument.presentationml.slideLayout+xml"/>
  <Override PartName="/ppt/theme/theme30.xml" ContentType="application/vnd.openxmlformats-officedocument.theme+xml"/>
  <Override PartName="/ppt/slideLayouts/slideLayout481.xml" ContentType="application/vnd.openxmlformats-officedocument.presentationml.slideLayout+xml"/>
  <Override PartName="/ppt/slideLayouts/slideLayout482.xml" ContentType="application/vnd.openxmlformats-officedocument.presentationml.slideLayout+xml"/>
  <Override PartName="/ppt/slideLayouts/slideLayout483.xml" ContentType="application/vnd.openxmlformats-officedocument.presentationml.slideLayout+xml"/>
  <Override PartName="/ppt/slideLayouts/slideLayout484.xml" ContentType="application/vnd.openxmlformats-officedocument.presentationml.slideLayout+xml"/>
  <Override PartName="/ppt/slideLayouts/slideLayout485.xml" ContentType="application/vnd.openxmlformats-officedocument.presentationml.slideLayout+xml"/>
  <Override PartName="/ppt/slideLayouts/slideLayout486.xml" ContentType="application/vnd.openxmlformats-officedocument.presentationml.slideLayout+xml"/>
  <Override PartName="/ppt/slideLayouts/slideLayout487.xml" ContentType="application/vnd.openxmlformats-officedocument.presentationml.slideLayout+xml"/>
  <Override PartName="/ppt/slideLayouts/slideLayout488.xml" ContentType="application/vnd.openxmlformats-officedocument.presentationml.slideLayout+xml"/>
  <Override PartName="/ppt/slideLayouts/slideLayout489.xml" ContentType="application/vnd.openxmlformats-officedocument.presentationml.slideLayout+xml"/>
  <Override PartName="/ppt/slideLayouts/slideLayout490.xml" ContentType="application/vnd.openxmlformats-officedocument.presentationml.slideLayout+xml"/>
  <Override PartName="/ppt/slideLayouts/slideLayout491.xml" ContentType="application/vnd.openxmlformats-officedocument.presentationml.slideLayout+xml"/>
  <Override PartName="/ppt/slideLayouts/slideLayout492.xml" ContentType="application/vnd.openxmlformats-officedocument.presentationml.slideLayout+xml"/>
  <Override PartName="/ppt/slideLayouts/slideLayout493.xml" ContentType="application/vnd.openxmlformats-officedocument.presentationml.slideLayout+xml"/>
  <Override PartName="/ppt/slideLayouts/slideLayout494.xml" ContentType="application/vnd.openxmlformats-officedocument.presentationml.slideLayout+xml"/>
  <Override PartName="/ppt/slideLayouts/slideLayout495.xml" ContentType="application/vnd.openxmlformats-officedocument.presentationml.slideLayout+xml"/>
  <Override PartName="/ppt/slideLayouts/slideLayout496.xml" ContentType="application/vnd.openxmlformats-officedocument.presentationml.slideLayout+xml"/>
  <Override PartName="/ppt/theme/theme31.xml" ContentType="application/vnd.openxmlformats-officedocument.theme+xml"/>
  <Override PartName="/ppt/slideLayouts/slideLayout497.xml" ContentType="application/vnd.openxmlformats-officedocument.presentationml.slideLayout+xml"/>
  <Override PartName="/ppt/slideLayouts/slideLayout498.xml" ContentType="application/vnd.openxmlformats-officedocument.presentationml.slideLayout+xml"/>
  <Override PartName="/ppt/slideLayouts/slideLayout499.xml" ContentType="application/vnd.openxmlformats-officedocument.presentationml.slideLayout+xml"/>
  <Override PartName="/ppt/slideLayouts/slideLayout500.xml" ContentType="application/vnd.openxmlformats-officedocument.presentationml.slideLayout+xml"/>
  <Override PartName="/ppt/slideLayouts/slideLayout501.xml" ContentType="application/vnd.openxmlformats-officedocument.presentationml.slideLayout+xml"/>
  <Override PartName="/ppt/slideLayouts/slideLayout502.xml" ContentType="application/vnd.openxmlformats-officedocument.presentationml.slideLayout+xml"/>
  <Override PartName="/ppt/slideLayouts/slideLayout503.xml" ContentType="application/vnd.openxmlformats-officedocument.presentationml.slideLayout+xml"/>
  <Override PartName="/ppt/slideLayouts/slideLayout504.xml" ContentType="application/vnd.openxmlformats-officedocument.presentationml.slideLayout+xml"/>
  <Override PartName="/ppt/slideLayouts/slideLayout505.xml" ContentType="application/vnd.openxmlformats-officedocument.presentationml.slideLayout+xml"/>
  <Override PartName="/ppt/slideLayouts/slideLayout506.xml" ContentType="application/vnd.openxmlformats-officedocument.presentationml.slideLayout+xml"/>
  <Override PartName="/ppt/slideLayouts/slideLayout507.xml" ContentType="application/vnd.openxmlformats-officedocument.presentationml.slideLayout+xml"/>
  <Override PartName="/ppt/slideLayouts/slideLayout508.xml" ContentType="application/vnd.openxmlformats-officedocument.presentationml.slideLayout+xml"/>
  <Override PartName="/ppt/slideLayouts/slideLayout509.xml" ContentType="application/vnd.openxmlformats-officedocument.presentationml.slideLayout+xml"/>
  <Override PartName="/ppt/slideLayouts/slideLayout510.xml" ContentType="application/vnd.openxmlformats-officedocument.presentationml.slideLayout+xml"/>
  <Override PartName="/ppt/slideLayouts/slideLayout511.xml" ContentType="application/vnd.openxmlformats-officedocument.presentationml.slideLayout+xml"/>
  <Override PartName="/ppt/slideLayouts/slideLayout512.xml" ContentType="application/vnd.openxmlformats-officedocument.presentationml.slideLayout+xml"/>
  <Override PartName="/ppt/theme/theme32.xml" ContentType="application/vnd.openxmlformats-officedocument.theme+xml"/>
  <Override PartName="/ppt/slideLayouts/slideLayout513.xml" ContentType="application/vnd.openxmlformats-officedocument.presentationml.slideLayout+xml"/>
  <Override PartName="/ppt/slideLayouts/slideLayout514.xml" ContentType="application/vnd.openxmlformats-officedocument.presentationml.slideLayout+xml"/>
  <Override PartName="/ppt/slideLayouts/slideLayout515.xml" ContentType="application/vnd.openxmlformats-officedocument.presentationml.slideLayout+xml"/>
  <Override PartName="/ppt/slideLayouts/slideLayout516.xml" ContentType="application/vnd.openxmlformats-officedocument.presentationml.slideLayout+xml"/>
  <Override PartName="/ppt/slideLayouts/slideLayout517.xml" ContentType="application/vnd.openxmlformats-officedocument.presentationml.slideLayout+xml"/>
  <Override PartName="/ppt/slideLayouts/slideLayout518.xml" ContentType="application/vnd.openxmlformats-officedocument.presentationml.slideLayout+xml"/>
  <Override PartName="/ppt/slideLayouts/slideLayout519.xml" ContentType="application/vnd.openxmlformats-officedocument.presentationml.slideLayout+xml"/>
  <Override PartName="/ppt/slideLayouts/slideLayout520.xml" ContentType="application/vnd.openxmlformats-officedocument.presentationml.slideLayout+xml"/>
  <Override PartName="/ppt/slideLayouts/slideLayout521.xml" ContentType="application/vnd.openxmlformats-officedocument.presentationml.slideLayout+xml"/>
  <Override PartName="/ppt/slideLayouts/slideLayout522.xml" ContentType="application/vnd.openxmlformats-officedocument.presentationml.slideLayout+xml"/>
  <Override PartName="/ppt/slideLayouts/slideLayout523.xml" ContentType="application/vnd.openxmlformats-officedocument.presentationml.slideLayout+xml"/>
  <Override PartName="/ppt/slideLayouts/slideLayout524.xml" ContentType="application/vnd.openxmlformats-officedocument.presentationml.slideLayout+xml"/>
  <Override PartName="/ppt/slideLayouts/slideLayout525.xml" ContentType="application/vnd.openxmlformats-officedocument.presentationml.slideLayout+xml"/>
  <Override PartName="/ppt/slideLayouts/slideLayout526.xml" ContentType="application/vnd.openxmlformats-officedocument.presentationml.slideLayout+xml"/>
  <Override PartName="/ppt/slideLayouts/slideLayout527.xml" ContentType="application/vnd.openxmlformats-officedocument.presentationml.slideLayout+xml"/>
  <Override PartName="/ppt/slideLayouts/slideLayout528.xml" ContentType="application/vnd.openxmlformats-officedocument.presentationml.slideLayout+xml"/>
  <Override PartName="/ppt/theme/theme33.xml" ContentType="application/vnd.openxmlformats-officedocument.theme+xml"/>
  <Override PartName="/ppt/slideLayouts/slideLayout529.xml" ContentType="application/vnd.openxmlformats-officedocument.presentationml.slideLayout+xml"/>
  <Override PartName="/ppt/slideLayouts/slideLayout530.xml" ContentType="application/vnd.openxmlformats-officedocument.presentationml.slideLayout+xml"/>
  <Override PartName="/ppt/slideLayouts/slideLayout531.xml" ContentType="application/vnd.openxmlformats-officedocument.presentationml.slideLayout+xml"/>
  <Override PartName="/ppt/slideLayouts/slideLayout532.xml" ContentType="application/vnd.openxmlformats-officedocument.presentationml.slideLayout+xml"/>
  <Override PartName="/ppt/slideLayouts/slideLayout533.xml" ContentType="application/vnd.openxmlformats-officedocument.presentationml.slideLayout+xml"/>
  <Override PartName="/ppt/slideLayouts/slideLayout534.xml" ContentType="application/vnd.openxmlformats-officedocument.presentationml.slideLayout+xml"/>
  <Override PartName="/ppt/slideLayouts/slideLayout535.xml" ContentType="application/vnd.openxmlformats-officedocument.presentationml.slideLayout+xml"/>
  <Override PartName="/ppt/slideLayouts/slideLayout536.xml" ContentType="application/vnd.openxmlformats-officedocument.presentationml.slideLayout+xml"/>
  <Override PartName="/ppt/slideLayouts/slideLayout537.xml" ContentType="application/vnd.openxmlformats-officedocument.presentationml.slideLayout+xml"/>
  <Override PartName="/ppt/slideLayouts/slideLayout538.xml" ContentType="application/vnd.openxmlformats-officedocument.presentationml.slideLayout+xml"/>
  <Override PartName="/ppt/slideLayouts/slideLayout539.xml" ContentType="application/vnd.openxmlformats-officedocument.presentationml.slideLayout+xml"/>
  <Override PartName="/ppt/slideLayouts/slideLayout540.xml" ContentType="application/vnd.openxmlformats-officedocument.presentationml.slideLayout+xml"/>
  <Override PartName="/ppt/slideLayouts/slideLayout541.xml" ContentType="application/vnd.openxmlformats-officedocument.presentationml.slideLayout+xml"/>
  <Override PartName="/ppt/slideLayouts/slideLayout542.xml" ContentType="application/vnd.openxmlformats-officedocument.presentationml.slideLayout+xml"/>
  <Override PartName="/ppt/slideLayouts/slideLayout543.xml" ContentType="application/vnd.openxmlformats-officedocument.presentationml.slideLayout+xml"/>
  <Override PartName="/ppt/slideLayouts/slideLayout544.xml" ContentType="application/vnd.openxmlformats-officedocument.presentationml.slideLayout+xml"/>
  <Override PartName="/ppt/theme/theme34.xml" ContentType="application/vnd.openxmlformats-officedocument.theme+xml"/>
  <Override PartName="/ppt/slideLayouts/slideLayout545.xml" ContentType="application/vnd.openxmlformats-officedocument.presentationml.slideLayout+xml"/>
  <Override PartName="/ppt/slideLayouts/slideLayout546.xml" ContentType="application/vnd.openxmlformats-officedocument.presentationml.slideLayout+xml"/>
  <Override PartName="/ppt/slideLayouts/slideLayout547.xml" ContentType="application/vnd.openxmlformats-officedocument.presentationml.slideLayout+xml"/>
  <Override PartName="/ppt/slideLayouts/slideLayout548.xml" ContentType="application/vnd.openxmlformats-officedocument.presentationml.slideLayout+xml"/>
  <Override PartName="/ppt/slideLayouts/slideLayout549.xml" ContentType="application/vnd.openxmlformats-officedocument.presentationml.slideLayout+xml"/>
  <Override PartName="/ppt/slideLayouts/slideLayout550.xml" ContentType="application/vnd.openxmlformats-officedocument.presentationml.slideLayout+xml"/>
  <Override PartName="/ppt/slideLayouts/slideLayout551.xml" ContentType="application/vnd.openxmlformats-officedocument.presentationml.slideLayout+xml"/>
  <Override PartName="/ppt/slideLayouts/slideLayout552.xml" ContentType="application/vnd.openxmlformats-officedocument.presentationml.slideLayout+xml"/>
  <Override PartName="/ppt/slideLayouts/slideLayout553.xml" ContentType="application/vnd.openxmlformats-officedocument.presentationml.slideLayout+xml"/>
  <Override PartName="/ppt/slideLayouts/slideLayout554.xml" ContentType="application/vnd.openxmlformats-officedocument.presentationml.slideLayout+xml"/>
  <Override PartName="/ppt/slideLayouts/slideLayout555.xml" ContentType="application/vnd.openxmlformats-officedocument.presentationml.slideLayout+xml"/>
  <Override PartName="/ppt/slideLayouts/slideLayout556.xml" ContentType="application/vnd.openxmlformats-officedocument.presentationml.slideLayout+xml"/>
  <Override PartName="/ppt/slideLayouts/slideLayout557.xml" ContentType="application/vnd.openxmlformats-officedocument.presentationml.slideLayout+xml"/>
  <Override PartName="/ppt/slideLayouts/slideLayout558.xml" ContentType="application/vnd.openxmlformats-officedocument.presentationml.slideLayout+xml"/>
  <Override PartName="/ppt/slideLayouts/slideLayout559.xml" ContentType="application/vnd.openxmlformats-officedocument.presentationml.slideLayout+xml"/>
  <Override PartName="/ppt/slideLayouts/slideLayout560.xml" ContentType="application/vnd.openxmlformats-officedocument.presentationml.slideLayout+xml"/>
  <Override PartName="/ppt/theme/theme35.xml" ContentType="application/vnd.openxmlformats-officedocument.theme+xml"/>
  <Override PartName="/ppt/slideLayouts/slideLayout561.xml" ContentType="application/vnd.openxmlformats-officedocument.presentationml.slideLayout+xml"/>
  <Override PartName="/ppt/slideLayouts/slideLayout562.xml" ContentType="application/vnd.openxmlformats-officedocument.presentationml.slideLayout+xml"/>
  <Override PartName="/ppt/slideLayouts/slideLayout563.xml" ContentType="application/vnd.openxmlformats-officedocument.presentationml.slideLayout+xml"/>
  <Override PartName="/ppt/slideLayouts/slideLayout564.xml" ContentType="application/vnd.openxmlformats-officedocument.presentationml.slideLayout+xml"/>
  <Override PartName="/ppt/slideLayouts/slideLayout565.xml" ContentType="application/vnd.openxmlformats-officedocument.presentationml.slideLayout+xml"/>
  <Override PartName="/ppt/slideLayouts/slideLayout566.xml" ContentType="application/vnd.openxmlformats-officedocument.presentationml.slideLayout+xml"/>
  <Override PartName="/ppt/slideLayouts/slideLayout567.xml" ContentType="application/vnd.openxmlformats-officedocument.presentationml.slideLayout+xml"/>
  <Override PartName="/ppt/slideLayouts/slideLayout568.xml" ContentType="application/vnd.openxmlformats-officedocument.presentationml.slideLayout+xml"/>
  <Override PartName="/ppt/slideLayouts/slideLayout569.xml" ContentType="application/vnd.openxmlformats-officedocument.presentationml.slideLayout+xml"/>
  <Override PartName="/ppt/slideLayouts/slideLayout570.xml" ContentType="application/vnd.openxmlformats-officedocument.presentationml.slideLayout+xml"/>
  <Override PartName="/ppt/slideLayouts/slideLayout571.xml" ContentType="application/vnd.openxmlformats-officedocument.presentationml.slideLayout+xml"/>
  <Override PartName="/ppt/slideLayouts/slideLayout572.xml" ContentType="application/vnd.openxmlformats-officedocument.presentationml.slideLayout+xml"/>
  <Override PartName="/ppt/slideLayouts/slideLayout573.xml" ContentType="application/vnd.openxmlformats-officedocument.presentationml.slideLayout+xml"/>
  <Override PartName="/ppt/slideLayouts/slideLayout574.xml" ContentType="application/vnd.openxmlformats-officedocument.presentationml.slideLayout+xml"/>
  <Override PartName="/ppt/slideLayouts/slideLayout575.xml" ContentType="application/vnd.openxmlformats-officedocument.presentationml.slideLayout+xml"/>
  <Override PartName="/ppt/slideLayouts/slideLayout576.xml" ContentType="application/vnd.openxmlformats-officedocument.presentationml.slideLayout+xml"/>
  <Override PartName="/ppt/theme/theme36.xml" ContentType="application/vnd.openxmlformats-officedocument.theme+xml"/>
  <Override PartName="/ppt/slideLayouts/slideLayout577.xml" ContentType="application/vnd.openxmlformats-officedocument.presentationml.slideLayout+xml"/>
  <Override PartName="/ppt/slideLayouts/slideLayout578.xml" ContentType="application/vnd.openxmlformats-officedocument.presentationml.slideLayout+xml"/>
  <Override PartName="/ppt/slideLayouts/slideLayout579.xml" ContentType="application/vnd.openxmlformats-officedocument.presentationml.slideLayout+xml"/>
  <Override PartName="/ppt/slideLayouts/slideLayout580.xml" ContentType="application/vnd.openxmlformats-officedocument.presentationml.slideLayout+xml"/>
  <Override PartName="/ppt/slideLayouts/slideLayout581.xml" ContentType="application/vnd.openxmlformats-officedocument.presentationml.slideLayout+xml"/>
  <Override PartName="/ppt/slideLayouts/slideLayout582.xml" ContentType="application/vnd.openxmlformats-officedocument.presentationml.slideLayout+xml"/>
  <Override PartName="/ppt/slideLayouts/slideLayout583.xml" ContentType="application/vnd.openxmlformats-officedocument.presentationml.slideLayout+xml"/>
  <Override PartName="/ppt/slideLayouts/slideLayout584.xml" ContentType="application/vnd.openxmlformats-officedocument.presentationml.slideLayout+xml"/>
  <Override PartName="/ppt/slideLayouts/slideLayout585.xml" ContentType="application/vnd.openxmlformats-officedocument.presentationml.slideLayout+xml"/>
  <Override PartName="/ppt/slideLayouts/slideLayout586.xml" ContentType="application/vnd.openxmlformats-officedocument.presentationml.slideLayout+xml"/>
  <Override PartName="/ppt/slideLayouts/slideLayout587.xml" ContentType="application/vnd.openxmlformats-officedocument.presentationml.slideLayout+xml"/>
  <Override PartName="/ppt/slideLayouts/slideLayout588.xml" ContentType="application/vnd.openxmlformats-officedocument.presentationml.slideLayout+xml"/>
  <Override PartName="/ppt/slideLayouts/slideLayout589.xml" ContentType="application/vnd.openxmlformats-officedocument.presentationml.slideLayout+xml"/>
  <Override PartName="/ppt/slideLayouts/slideLayout590.xml" ContentType="application/vnd.openxmlformats-officedocument.presentationml.slideLayout+xml"/>
  <Override PartName="/ppt/slideLayouts/slideLayout591.xml" ContentType="application/vnd.openxmlformats-officedocument.presentationml.slideLayout+xml"/>
  <Override PartName="/ppt/slideLayouts/slideLayout592.xml" ContentType="application/vnd.openxmlformats-officedocument.presentationml.slideLayout+xml"/>
  <Override PartName="/ppt/theme/theme37.xml" ContentType="application/vnd.openxmlformats-officedocument.theme+xml"/>
  <Override PartName="/ppt/slideLayouts/slideLayout593.xml" ContentType="application/vnd.openxmlformats-officedocument.presentationml.slideLayout+xml"/>
  <Override PartName="/ppt/slideLayouts/slideLayout594.xml" ContentType="application/vnd.openxmlformats-officedocument.presentationml.slideLayout+xml"/>
  <Override PartName="/ppt/slideLayouts/slideLayout595.xml" ContentType="application/vnd.openxmlformats-officedocument.presentationml.slideLayout+xml"/>
  <Override PartName="/ppt/slideLayouts/slideLayout596.xml" ContentType="application/vnd.openxmlformats-officedocument.presentationml.slideLayout+xml"/>
  <Override PartName="/ppt/slideLayouts/slideLayout597.xml" ContentType="application/vnd.openxmlformats-officedocument.presentationml.slideLayout+xml"/>
  <Override PartName="/ppt/slideLayouts/slideLayout598.xml" ContentType="application/vnd.openxmlformats-officedocument.presentationml.slideLayout+xml"/>
  <Override PartName="/ppt/slideLayouts/slideLayout599.xml" ContentType="application/vnd.openxmlformats-officedocument.presentationml.slideLayout+xml"/>
  <Override PartName="/ppt/slideLayouts/slideLayout600.xml" ContentType="application/vnd.openxmlformats-officedocument.presentationml.slideLayout+xml"/>
  <Override PartName="/ppt/slideLayouts/slideLayout601.xml" ContentType="application/vnd.openxmlformats-officedocument.presentationml.slideLayout+xml"/>
  <Override PartName="/ppt/slideLayouts/slideLayout602.xml" ContentType="application/vnd.openxmlformats-officedocument.presentationml.slideLayout+xml"/>
  <Override PartName="/ppt/slideLayouts/slideLayout603.xml" ContentType="application/vnd.openxmlformats-officedocument.presentationml.slideLayout+xml"/>
  <Override PartName="/ppt/slideLayouts/slideLayout604.xml" ContentType="application/vnd.openxmlformats-officedocument.presentationml.slideLayout+xml"/>
  <Override PartName="/ppt/slideLayouts/slideLayout605.xml" ContentType="application/vnd.openxmlformats-officedocument.presentationml.slideLayout+xml"/>
  <Override PartName="/ppt/slideLayouts/slideLayout606.xml" ContentType="application/vnd.openxmlformats-officedocument.presentationml.slideLayout+xml"/>
  <Override PartName="/ppt/slideLayouts/slideLayout607.xml" ContentType="application/vnd.openxmlformats-officedocument.presentationml.slideLayout+xml"/>
  <Override PartName="/ppt/slideLayouts/slideLayout608.xml" ContentType="application/vnd.openxmlformats-officedocument.presentationml.slideLayout+xml"/>
  <Override PartName="/ppt/theme/theme38.xml" ContentType="application/vnd.openxmlformats-officedocument.theme+xml"/>
  <Override PartName="/ppt/slideLayouts/slideLayout609.xml" ContentType="application/vnd.openxmlformats-officedocument.presentationml.slideLayout+xml"/>
  <Override PartName="/ppt/slideLayouts/slideLayout610.xml" ContentType="application/vnd.openxmlformats-officedocument.presentationml.slideLayout+xml"/>
  <Override PartName="/ppt/slideLayouts/slideLayout611.xml" ContentType="application/vnd.openxmlformats-officedocument.presentationml.slideLayout+xml"/>
  <Override PartName="/ppt/slideLayouts/slideLayout612.xml" ContentType="application/vnd.openxmlformats-officedocument.presentationml.slideLayout+xml"/>
  <Override PartName="/ppt/slideLayouts/slideLayout613.xml" ContentType="application/vnd.openxmlformats-officedocument.presentationml.slideLayout+xml"/>
  <Override PartName="/ppt/slideLayouts/slideLayout614.xml" ContentType="application/vnd.openxmlformats-officedocument.presentationml.slideLayout+xml"/>
  <Override PartName="/ppt/slideLayouts/slideLayout615.xml" ContentType="application/vnd.openxmlformats-officedocument.presentationml.slideLayout+xml"/>
  <Override PartName="/ppt/slideLayouts/slideLayout616.xml" ContentType="application/vnd.openxmlformats-officedocument.presentationml.slideLayout+xml"/>
  <Override PartName="/ppt/slideLayouts/slideLayout617.xml" ContentType="application/vnd.openxmlformats-officedocument.presentationml.slideLayout+xml"/>
  <Override PartName="/ppt/slideLayouts/slideLayout618.xml" ContentType="application/vnd.openxmlformats-officedocument.presentationml.slideLayout+xml"/>
  <Override PartName="/ppt/slideLayouts/slideLayout619.xml" ContentType="application/vnd.openxmlformats-officedocument.presentationml.slideLayout+xml"/>
  <Override PartName="/ppt/slideLayouts/slideLayout620.xml" ContentType="application/vnd.openxmlformats-officedocument.presentationml.slideLayout+xml"/>
  <Override PartName="/ppt/slideLayouts/slideLayout621.xml" ContentType="application/vnd.openxmlformats-officedocument.presentationml.slideLayout+xml"/>
  <Override PartName="/ppt/slideLayouts/slideLayout622.xml" ContentType="application/vnd.openxmlformats-officedocument.presentationml.slideLayout+xml"/>
  <Override PartName="/ppt/slideLayouts/slideLayout623.xml" ContentType="application/vnd.openxmlformats-officedocument.presentationml.slideLayout+xml"/>
  <Override PartName="/ppt/slideLayouts/slideLayout624.xml" ContentType="application/vnd.openxmlformats-officedocument.presentationml.slideLayout+xml"/>
  <Override PartName="/ppt/theme/theme39.xml" ContentType="application/vnd.openxmlformats-officedocument.theme+xml"/>
  <Override PartName="/ppt/slideLayouts/slideLayout625.xml" ContentType="application/vnd.openxmlformats-officedocument.presentationml.slideLayout+xml"/>
  <Override PartName="/ppt/slideLayouts/slideLayout626.xml" ContentType="application/vnd.openxmlformats-officedocument.presentationml.slideLayout+xml"/>
  <Override PartName="/ppt/slideLayouts/slideLayout627.xml" ContentType="application/vnd.openxmlformats-officedocument.presentationml.slideLayout+xml"/>
  <Override PartName="/ppt/slideLayouts/slideLayout628.xml" ContentType="application/vnd.openxmlformats-officedocument.presentationml.slideLayout+xml"/>
  <Override PartName="/ppt/slideLayouts/slideLayout629.xml" ContentType="application/vnd.openxmlformats-officedocument.presentationml.slideLayout+xml"/>
  <Override PartName="/ppt/slideLayouts/slideLayout630.xml" ContentType="application/vnd.openxmlformats-officedocument.presentationml.slideLayout+xml"/>
  <Override PartName="/ppt/slideLayouts/slideLayout631.xml" ContentType="application/vnd.openxmlformats-officedocument.presentationml.slideLayout+xml"/>
  <Override PartName="/ppt/slideLayouts/slideLayout632.xml" ContentType="application/vnd.openxmlformats-officedocument.presentationml.slideLayout+xml"/>
  <Override PartName="/ppt/slideLayouts/slideLayout633.xml" ContentType="application/vnd.openxmlformats-officedocument.presentationml.slideLayout+xml"/>
  <Override PartName="/ppt/slideLayouts/slideLayout634.xml" ContentType="application/vnd.openxmlformats-officedocument.presentationml.slideLayout+xml"/>
  <Override PartName="/ppt/slideLayouts/slideLayout635.xml" ContentType="application/vnd.openxmlformats-officedocument.presentationml.slideLayout+xml"/>
  <Override PartName="/ppt/slideLayouts/slideLayout636.xml" ContentType="application/vnd.openxmlformats-officedocument.presentationml.slideLayout+xml"/>
  <Override PartName="/ppt/slideLayouts/slideLayout637.xml" ContentType="application/vnd.openxmlformats-officedocument.presentationml.slideLayout+xml"/>
  <Override PartName="/ppt/slideLayouts/slideLayout638.xml" ContentType="application/vnd.openxmlformats-officedocument.presentationml.slideLayout+xml"/>
  <Override PartName="/ppt/slideLayouts/slideLayout639.xml" ContentType="application/vnd.openxmlformats-officedocument.presentationml.slideLayout+xml"/>
  <Override PartName="/ppt/slideLayouts/slideLayout640.xml" ContentType="application/vnd.openxmlformats-officedocument.presentationml.slideLayout+xml"/>
  <Override PartName="/ppt/theme/theme40.xml" ContentType="application/vnd.openxmlformats-officedocument.theme+xml"/>
  <Override PartName="/ppt/slideLayouts/slideLayout641.xml" ContentType="application/vnd.openxmlformats-officedocument.presentationml.slideLayout+xml"/>
  <Override PartName="/ppt/slideLayouts/slideLayout642.xml" ContentType="application/vnd.openxmlformats-officedocument.presentationml.slideLayout+xml"/>
  <Override PartName="/ppt/slideLayouts/slideLayout643.xml" ContentType="application/vnd.openxmlformats-officedocument.presentationml.slideLayout+xml"/>
  <Override PartName="/ppt/slideLayouts/slideLayout644.xml" ContentType="application/vnd.openxmlformats-officedocument.presentationml.slideLayout+xml"/>
  <Override PartName="/ppt/slideLayouts/slideLayout645.xml" ContentType="application/vnd.openxmlformats-officedocument.presentationml.slideLayout+xml"/>
  <Override PartName="/ppt/slideLayouts/slideLayout646.xml" ContentType="application/vnd.openxmlformats-officedocument.presentationml.slideLayout+xml"/>
  <Override PartName="/ppt/slideLayouts/slideLayout647.xml" ContentType="application/vnd.openxmlformats-officedocument.presentationml.slideLayout+xml"/>
  <Override PartName="/ppt/slideLayouts/slideLayout648.xml" ContentType="application/vnd.openxmlformats-officedocument.presentationml.slideLayout+xml"/>
  <Override PartName="/ppt/slideLayouts/slideLayout649.xml" ContentType="application/vnd.openxmlformats-officedocument.presentationml.slideLayout+xml"/>
  <Override PartName="/ppt/slideLayouts/slideLayout650.xml" ContentType="application/vnd.openxmlformats-officedocument.presentationml.slideLayout+xml"/>
  <Override PartName="/ppt/slideLayouts/slideLayout651.xml" ContentType="application/vnd.openxmlformats-officedocument.presentationml.slideLayout+xml"/>
  <Override PartName="/ppt/slideLayouts/slideLayout652.xml" ContentType="application/vnd.openxmlformats-officedocument.presentationml.slideLayout+xml"/>
  <Override PartName="/ppt/slideLayouts/slideLayout653.xml" ContentType="application/vnd.openxmlformats-officedocument.presentationml.slideLayout+xml"/>
  <Override PartName="/ppt/slideLayouts/slideLayout654.xml" ContentType="application/vnd.openxmlformats-officedocument.presentationml.slideLayout+xml"/>
  <Override PartName="/ppt/slideLayouts/slideLayout655.xml" ContentType="application/vnd.openxmlformats-officedocument.presentationml.slideLayout+xml"/>
  <Override PartName="/ppt/slideLayouts/slideLayout656.xml" ContentType="application/vnd.openxmlformats-officedocument.presentationml.slideLayout+xml"/>
  <Override PartName="/ppt/theme/theme41.xml" ContentType="application/vnd.openxmlformats-officedocument.theme+xml"/>
  <Override PartName="/ppt/slideLayouts/slideLayout657.xml" ContentType="application/vnd.openxmlformats-officedocument.presentationml.slideLayout+xml"/>
  <Override PartName="/ppt/slideLayouts/slideLayout658.xml" ContentType="application/vnd.openxmlformats-officedocument.presentationml.slideLayout+xml"/>
  <Override PartName="/ppt/slideLayouts/slideLayout659.xml" ContentType="application/vnd.openxmlformats-officedocument.presentationml.slideLayout+xml"/>
  <Override PartName="/ppt/slideLayouts/slideLayout660.xml" ContentType="application/vnd.openxmlformats-officedocument.presentationml.slideLayout+xml"/>
  <Override PartName="/ppt/slideLayouts/slideLayout661.xml" ContentType="application/vnd.openxmlformats-officedocument.presentationml.slideLayout+xml"/>
  <Override PartName="/ppt/slideLayouts/slideLayout662.xml" ContentType="application/vnd.openxmlformats-officedocument.presentationml.slideLayout+xml"/>
  <Override PartName="/ppt/slideLayouts/slideLayout663.xml" ContentType="application/vnd.openxmlformats-officedocument.presentationml.slideLayout+xml"/>
  <Override PartName="/ppt/slideLayouts/slideLayout664.xml" ContentType="application/vnd.openxmlformats-officedocument.presentationml.slideLayout+xml"/>
  <Override PartName="/ppt/slideLayouts/slideLayout665.xml" ContentType="application/vnd.openxmlformats-officedocument.presentationml.slideLayout+xml"/>
  <Override PartName="/ppt/slideLayouts/slideLayout666.xml" ContentType="application/vnd.openxmlformats-officedocument.presentationml.slideLayout+xml"/>
  <Override PartName="/ppt/slideLayouts/slideLayout667.xml" ContentType="application/vnd.openxmlformats-officedocument.presentationml.slideLayout+xml"/>
  <Override PartName="/ppt/slideLayouts/slideLayout668.xml" ContentType="application/vnd.openxmlformats-officedocument.presentationml.slideLayout+xml"/>
  <Override PartName="/ppt/slideLayouts/slideLayout669.xml" ContentType="application/vnd.openxmlformats-officedocument.presentationml.slideLayout+xml"/>
  <Override PartName="/ppt/slideLayouts/slideLayout670.xml" ContentType="application/vnd.openxmlformats-officedocument.presentationml.slideLayout+xml"/>
  <Override PartName="/ppt/slideLayouts/slideLayout671.xml" ContentType="application/vnd.openxmlformats-officedocument.presentationml.slideLayout+xml"/>
  <Override PartName="/ppt/slideLayouts/slideLayout672.xml" ContentType="application/vnd.openxmlformats-officedocument.presentationml.slideLayout+xml"/>
  <Override PartName="/ppt/theme/theme42.xml" ContentType="application/vnd.openxmlformats-officedocument.theme+xml"/>
  <Override PartName="/ppt/slideLayouts/slideLayout673.xml" ContentType="application/vnd.openxmlformats-officedocument.presentationml.slideLayout+xml"/>
  <Override PartName="/ppt/slideLayouts/slideLayout674.xml" ContentType="application/vnd.openxmlformats-officedocument.presentationml.slideLayout+xml"/>
  <Override PartName="/ppt/slideLayouts/slideLayout675.xml" ContentType="application/vnd.openxmlformats-officedocument.presentationml.slideLayout+xml"/>
  <Override PartName="/ppt/slideLayouts/slideLayout676.xml" ContentType="application/vnd.openxmlformats-officedocument.presentationml.slideLayout+xml"/>
  <Override PartName="/ppt/slideLayouts/slideLayout677.xml" ContentType="application/vnd.openxmlformats-officedocument.presentationml.slideLayout+xml"/>
  <Override PartName="/ppt/slideLayouts/slideLayout678.xml" ContentType="application/vnd.openxmlformats-officedocument.presentationml.slideLayout+xml"/>
  <Override PartName="/ppt/slideLayouts/slideLayout679.xml" ContentType="application/vnd.openxmlformats-officedocument.presentationml.slideLayout+xml"/>
  <Override PartName="/ppt/slideLayouts/slideLayout680.xml" ContentType="application/vnd.openxmlformats-officedocument.presentationml.slideLayout+xml"/>
  <Override PartName="/ppt/slideLayouts/slideLayout681.xml" ContentType="application/vnd.openxmlformats-officedocument.presentationml.slideLayout+xml"/>
  <Override PartName="/ppt/slideLayouts/slideLayout682.xml" ContentType="application/vnd.openxmlformats-officedocument.presentationml.slideLayout+xml"/>
  <Override PartName="/ppt/slideLayouts/slideLayout683.xml" ContentType="application/vnd.openxmlformats-officedocument.presentationml.slideLayout+xml"/>
  <Override PartName="/ppt/slideLayouts/slideLayout684.xml" ContentType="application/vnd.openxmlformats-officedocument.presentationml.slideLayout+xml"/>
  <Override PartName="/ppt/slideLayouts/slideLayout685.xml" ContentType="application/vnd.openxmlformats-officedocument.presentationml.slideLayout+xml"/>
  <Override PartName="/ppt/slideLayouts/slideLayout686.xml" ContentType="application/vnd.openxmlformats-officedocument.presentationml.slideLayout+xml"/>
  <Override PartName="/ppt/slideLayouts/slideLayout687.xml" ContentType="application/vnd.openxmlformats-officedocument.presentationml.slideLayout+xml"/>
  <Override PartName="/ppt/slideLayouts/slideLayout688.xml" ContentType="application/vnd.openxmlformats-officedocument.presentationml.slideLayout+xml"/>
  <Override PartName="/ppt/theme/theme43.xml" ContentType="application/vnd.openxmlformats-officedocument.theme+xml"/>
  <Override PartName="/ppt/slideLayouts/slideLayout689.xml" ContentType="application/vnd.openxmlformats-officedocument.presentationml.slideLayout+xml"/>
  <Override PartName="/ppt/slideLayouts/slideLayout690.xml" ContentType="application/vnd.openxmlformats-officedocument.presentationml.slideLayout+xml"/>
  <Override PartName="/ppt/slideLayouts/slideLayout691.xml" ContentType="application/vnd.openxmlformats-officedocument.presentationml.slideLayout+xml"/>
  <Override PartName="/ppt/slideLayouts/slideLayout692.xml" ContentType="application/vnd.openxmlformats-officedocument.presentationml.slideLayout+xml"/>
  <Override PartName="/ppt/slideLayouts/slideLayout693.xml" ContentType="application/vnd.openxmlformats-officedocument.presentationml.slideLayout+xml"/>
  <Override PartName="/ppt/slideLayouts/slideLayout694.xml" ContentType="application/vnd.openxmlformats-officedocument.presentationml.slideLayout+xml"/>
  <Override PartName="/ppt/slideLayouts/slideLayout695.xml" ContentType="application/vnd.openxmlformats-officedocument.presentationml.slideLayout+xml"/>
  <Override PartName="/ppt/slideLayouts/slideLayout696.xml" ContentType="application/vnd.openxmlformats-officedocument.presentationml.slideLayout+xml"/>
  <Override PartName="/ppt/slideLayouts/slideLayout697.xml" ContentType="application/vnd.openxmlformats-officedocument.presentationml.slideLayout+xml"/>
  <Override PartName="/ppt/slideLayouts/slideLayout698.xml" ContentType="application/vnd.openxmlformats-officedocument.presentationml.slideLayout+xml"/>
  <Override PartName="/ppt/slideLayouts/slideLayout699.xml" ContentType="application/vnd.openxmlformats-officedocument.presentationml.slideLayout+xml"/>
  <Override PartName="/ppt/slideLayouts/slideLayout700.xml" ContentType="application/vnd.openxmlformats-officedocument.presentationml.slideLayout+xml"/>
  <Override PartName="/ppt/slideLayouts/slideLayout701.xml" ContentType="application/vnd.openxmlformats-officedocument.presentationml.slideLayout+xml"/>
  <Override PartName="/ppt/slideLayouts/slideLayout702.xml" ContentType="application/vnd.openxmlformats-officedocument.presentationml.slideLayout+xml"/>
  <Override PartName="/ppt/slideLayouts/slideLayout703.xml" ContentType="application/vnd.openxmlformats-officedocument.presentationml.slideLayout+xml"/>
  <Override PartName="/ppt/slideLayouts/slideLayout704.xml" ContentType="application/vnd.openxmlformats-officedocument.presentationml.slideLayout+xml"/>
  <Override PartName="/ppt/theme/theme44.xml" ContentType="application/vnd.openxmlformats-officedocument.theme+xml"/>
  <Override PartName="/ppt/slideLayouts/slideLayout705.xml" ContentType="application/vnd.openxmlformats-officedocument.presentationml.slideLayout+xml"/>
  <Override PartName="/ppt/slideLayouts/slideLayout706.xml" ContentType="application/vnd.openxmlformats-officedocument.presentationml.slideLayout+xml"/>
  <Override PartName="/ppt/slideLayouts/slideLayout707.xml" ContentType="application/vnd.openxmlformats-officedocument.presentationml.slideLayout+xml"/>
  <Override PartName="/ppt/slideLayouts/slideLayout708.xml" ContentType="application/vnd.openxmlformats-officedocument.presentationml.slideLayout+xml"/>
  <Override PartName="/ppt/slideLayouts/slideLayout709.xml" ContentType="application/vnd.openxmlformats-officedocument.presentationml.slideLayout+xml"/>
  <Override PartName="/ppt/slideLayouts/slideLayout710.xml" ContentType="application/vnd.openxmlformats-officedocument.presentationml.slideLayout+xml"/>
  <Override PartName="/ppt/slideLayouts/slideLayout711.xml" ContentType="application/vnd.openxmlformats-officedocument.presentationml.slideLayout+xml"/>
  <Override PartName="/ppt/slideLayouts/slideLayout712.xml" ContentType="application/vnd.openxmlformats-officedocument.presentationml.slideLayout+xml"/>
  <Override PartName="/ppt/slideLayouts/slideLayout713.xml" ContentType="application/vnd.openxmlformats-officedocument.presentationml.slideLayout+xml"/>
  <Override PartName="/ppt/slideLayouts/slideLayout714.xml" ContentType="application/vnd.openxmlformats-officedocument.presentationml.slideLayout+xml"/>
  <Override PartName="/ppt/slideLayouts/slideLayout715.xml" ContentType="application/vnd.openxmlformats-officedocument.presentationml.slideLayout+xml"/>
  <Override PartName="/ppt/slideLayouts/slideLayout716.xml" ContentType="application/vnd.openxmlformats-officedocument.presentationml.slideLayout+xml"/>
  <Override PartName="/ppt/slideLayouts/slideLayout717.xml" ContentType="application/vnd.openxmlformats-officedocument.presentationml.slideLayout+xml"/>
  <Override PartName="/ppt/slideLayouts/slideLayout718.xml" ContentType="application/vnd.openxmlformats-officedocument.presentationml.slideLayout+xml"/>
  <Override PartName="/ppt/slideLayouts/slideLayout719.xml" ContentType="application/vnd.openxmlformats-officedocument.presentationml.slideLayout+xml"/>
  <Override PartName="/ppt/slideLayouts/slideLayout720.xml" ContentType="application/vnd.openxmlformats-officedocument.presentationml.slideLayout+xml"/>
  <Override PartName="/ppt/theme/theme45.xml" ContentType="application/vnd.openxmlformats-officedocument.theme+xml"/>
  <Override PartName="/ppt/slideLayouts/slideLayout721.xml" ContentType="application/vnd.openxmlformats-officedocument.presentationml.slideLayout+xml"/>
  <Override PartName="/ppt/slideLayouts/slideLayout722.xml" ContentType="application/vnd.openxmlformats-officedocument.presentationml.slideLayout+xml"/>
  <Override PartName="/ppt/slideLayouts/slideLayout723.xml" ContentType="application/vnd.openxmlformats-officedocument.presentationml.slideLayout+xml"/>
  <Override PartName="/ppt/slideLayouts/slideLayout724.xml" ContentType="application/vnd.openxmlformats-officedocument.presentationml.slideLayout+xml"/>
  <Override PartName="/ppt/slideLayouts/slideLayout725.xml" ContentType="application/vnd.openxmlformats-officedocument.presentationml.slideLayout+xml"/>
  <Override PartName="/ppt/slideLayouts/slideLayout726.xml" ContentType="application/vnd.openxmlformats-officedocument.presentationml.slideLayout+xml"/>
  <Override PartName="/ppt/slideLayouts/slideLayout727.xml" ContentType="application/vnd.openxmlformats-officedocument.presentationml.slideLayout+xml"/>
  <Override PartName="/ppt/slideLayouts/slideLayout728.xml" ContentType="application/vnd.openxmlformats-officedocument.presentationml.slideLayout+xml"/>
  <Override PartName="/ppt/slideLayouts/slideLayout729.xml" ContentType="application/vnd.openxmlformats-officedocument.presentationml.slideLayout+xml"/>
  <Override PartName="/ppt/slideLayouts/slideLayout730.xml" ContentType="application/vnd.openxmlformats-officedocument.presentationml.slideLayout+xml"/>
  <Override PartName="/ppt/slideLayouts/slideLayout731.xml" ContentType="application/vnd.openxmlformats-officedocument.presentationml.slideLayout+xml"/>
  <Override PartName="/ppt/slideLayouts/slideLayout732.xml" ContentType="application/vnd.openxmlformats-officedocument.presentationml.slideLayout+xml"/>
  <Override PartName="/ppt/slideLayouts/slideLayout733.xml" ContentType="application/vnd.openxmlformats-officedocument.presentationml.slideLayout+xml"/>
  <Override PartName="/ppt/slideLayouts/slideLayout734.xml" ContentType="application/vnd.openxmlformats-officedocument.presentationml.slideLayout+xml"/>
  <Override PartName="/ppt/slideLayouts/slideLayout735.xml" ContentType="application/vnd.openxmlformats-officedocument.presentationml.slideLayout+xml"/>
  <Override PartName="/ppt/slideLayouts/slideLayout736.xml" ContentType="application/vnd.openxmlformats-officedocument.presentationml.slideLayout+xml"/>
  <Override PartName="/ppt/theme/theme46.xml" ContentType="application/vnd.openxmlformats-officedocument.theme+xml"/>
  <Override PartName="/ppt/slideLayouts/slideLayout737.xml" ContentType="application/vnd.openxmlformats-officedocument.presentationml.slideLayout+xml"/>
  <Override PartName="/ppt/slideLayouts/slideLayout738.xml" ContentType="application/vnd.openxmlformats-officedocument.presentationml.slideLayout+xml"/>
  <Override PartName="/ppt/slideLayouts/slideLayout739.xml" ContentType="application/vnd.openxmlformats-officedocument.presentationml.slideLayout+xml"/>
  <Override PartName="/ppt/slideLayouts/slideLayout740.xml" ContentType="application/vnd.openxmlformats-officedocument.presentationml.slideLayout+xml"/>
  <Override PartName="/ppt/slideLayouts/slideLayout741.xml" ContentType="application/vnd.openxmlformats-officedocument.presentationml.slideLayout+xml"/>
  <Override PartName="/ppt/slideLayouts/slideLayout742.xml" ContentType="application/vnd.openxmlformats-officedocument.presentationml.slideLayout+xml"/>
  <Override PartName="/ppt/slideLayouts/slideLayout743.xml" ContentType="application/vnd.openxmlformats-officedocument.presentationml.slideLayout+xml"/>
  <Override PartName="/ppt/slideLayouts/slideLayout744.xml" ContentType="application/vnd.openxmlformats-officedocument.presentationml.slideLayout+xml"/>
  <Override PartName="/ppt/slideLayouts/slideLayout745.xml" ContentType="application/vnd.openxmlformats-officedocument.presentationml.slideLayout+xml"/>
  <Override PartName="/ppt/slideLayouts/slideLayout746.xml" ContentType="application/vnd.openxmlformats-officedocument.presentationml.slideLayout+xml"/>
  <Override PartName="/ppt/slideLayouts/slideLayout747.xml" ContentType="application/vnd.openxmlformats-officedocument.presentationml.slideLayout+xml"/>
  <Override PartName="/ppt/slideLayouts/slideLayout748.xml" ContentType="application/vnd.openxmlformats-officedocument.presentationml.slideLayout+xml"/>
  <Override PartName="/ppt/slideLayouts/slideLayout749.xml" ContentType="application/vnd.openxmlformats-officedocument.presentationml.slideLayout+xml"/>
  <Override PartName="/ppt/slideLayouts/slideLayout750.xml" ContentType="application/vnd.openxmlformats-officedocument.presentationml.slideLayout+xml"/>
  <Override PartName="/ppt/slideLayouts/slideLayout751.xml" ContentType="application/vnd.openxmlformats-officedocument.presentationml.slideLayout+xml"/>
  <Override PartName="/ppt/slideLayouts/slideLayout752.xml" ContentType="application/vnd.openxmlformats-officedocument.presentationml.slideLayout+xml"/>
  <Override PartName="/ppt/theme/theme47.xml" ContentType="application/vnd.openxmlformats-officedocument.theme+xml"/>
  <Override PartName="/ppt/slideLayouts/slideLayout753.xml" ContentType="application/vnd.openxmlformats-officedocument.presentationml.slideLayout+xml"/>
  <Override PartName="/ppt/slideLayouts/slideLayout754.xml" ContentType="application/vnd.openxmlformats-officedocument.presentationml.slideLayout+xml"/>
  <Override PartName="/ppt/slideLayouts/slideLayout755.xml" ContentType="application/vnd.openxmlformats-officedocument.presentationml.slideLayout+xml"/>
  <Override PartName="/ppt/slideLayouts/slideLayout756.xml" ContentType="application/vnd.openxmlformats-officedocument.presentationml.slideLayout+xml"/>
  <Override PartName="/ppt/slideLayouts/slideLayout757.xml" ContentType="application/vnd.openxmlformats-officedocument.presentationml.slideLayout+xml"/>
  <Override PartName="/ppt/slideLayouts/slideLayout758.xml" ContentType="application/vnd.openxmlformats-officedocument.presentationml.slideLayout+xml"/>
  <Override PartName="/ppt/slideLayouts/slideLayout759.xml" ContentType="application/vnd.openxmlformats-officedocument.presentationml.slideLayout+xml"/>
  <Override PartName="/ppt/slideLayouts/slideLayout760.xml" ContentType="application/vnd.openxmlformats-officedocument.presentationml.slideLayout+xml"/>
  <Override PartName="/ppt/slideLayouts/slideLayout761.xml" ContentType="application/vnd.openxmlformats-officedocument.presentationml.slideLayout+xml"/>
  <Override PartName="/ppt/slideLayouts/slideLayout762.xml" ContentType="application/vnd.openxmlformats-officedocument.presentationml.slideLayout+xml"/>
  <Override PartName="/ppt/slideLayouts/slideLayout763.xml" ContentType="application/vnd.openxmlformats-officedocument.presentationml.slideLayout+xml"/>
  <Override PartName="/ppt/slideLayouts/slideLayout764.xml" ContentType="application/vnd.openxmlformats-officedocument.presentationml.slideLayout+xml"/>
  <Override PartName="/ppt/slideLayouts/slideLayout765.xml" ContentType="application/vnd.openxmlformats-officedocument.presentationml.slideLayout+xml"/>
  <Override PartName="/ppt/slideLayouts/slideLayout766.xml" ContentType="application/vnd.openxmlformats-officedocument.presentationml.slideLayout+xml"/>
  <Override PartName="/ppt/slideLayouts/slideLayout767.xml" ContentType="application/vnd.openxmlformats-officedocument.presentationml.slideLayout+xml"/>
  <Override PartName="/ppt/slideLayouts/slideLayout768.xml" ContentType="application/vnd.openxmlformats-officedocument.presentationml.slideLayout+xml"/>
  <Override PartName="/ppt/theme/theme48.xml" ContentType="application/vnd.openxmlformats-officedocument.theme+xml"/>
  <Override PartName="/ppt/slideLayouts/slideLayout769.xml" ContentType="application/vnd.openxmlformats-officedocument.presentationml.slideLayout+xml"/>
  <Override PartName="/ppt/slideLayouts/slideLayout770.xml" ContentType="application/vnd.openxmlformats-officedocument.presentationml.slideLayout+xml"/>
  <Override PartName="/ppt/slideLayouts/slideLayout771.xml" ContentType="application/vnd.openxmlformats-officedocument.presentationml.slideLayout+xml"/>
  <Override PartName="/ppt/slideLayouts/slideLayout772.xml" ContentType="application/vnd.openxmlformats-officedocument.presentationml.slideLayout+xml"/>
  <Override PartName="/ppt/slideLayouts/slideLayout773.xml" ContentType="application/vnd.openxmlformats-officedocument.presentationml.slideLayout+xml"/>
  <Override PartName="/ppt/slideLayouts/slideLayout774.xml" ContentType="application/vnd.openxmlformats-officedocument.presentationml.slideLayout+xml"/>
  <Override PartName="/ppt/slideLayouts/slideLayout775.xml" ContentType="application/vnd.openxmlformats-officedocument.presentationml.slideLayout+xml"/>
  <Override PartName="/ppt/slideLayouts/slideLayout776.xml" ContentType="application/vnd.openxmlformats-officedocument.presentationml.slideLayout+xml"/>
  <Override PartName="/ppt/slideLayouts/slideLayout777.xml" ContentType="application/vnd.openxmlformats-officedocument.presentationml.slideLayout+xml"/>
  <Override PartName="/ppt/slideLayouts/slideLayout778.xml" ContentType="application/vnd.openxmlformats-officedocument.presentationml.slideLayout+xml"/>
  <Override PartName="/ppt/slideLayouts/slideLayout779.xml" ContentType="application/vnd.openxmlformats-officedocument.presentationml.slideLayout+xml"/>
  <Override PartName="/ppt/slideLayouts/slideLayout780.xml" ContentType="application/vnd.openxmlformats-officedocument.presentationml.slideLayout+xml"/>
  <Override PartName="/ppt/slideLayouts/slideLayout781.xml" ContentType="application/vnd.openxmlformats-officedocument.presentationml.slideLayout+xml"/>
  <Override PartName="/ppt/slideLayouts/slideLayout782.xml" ContentType="application/vnd.openxmlformats-officedocument.presentationml.slideLayout+xml"/>
  <Override PartName="/ppt/slideLayouts/slideLayout783.xml" ContentType="application/vnd.openxmlformats-officedocument.presentationml.slideLayout+xml"/>
  <Override PartName="/ppt/slideLayouts/slideLayout784.xml" ContentType="application/vnd.openxmlformats-officedocument.presentationml.slideLayout+xml"/>
  <Override PartName="/ppt/theme/theme49.xml" ContentType="application/vnd.openxmlformats-officedocument.theme+xml"/>
  <Override PartName="/ppt/slideLayouts/slideLayout785.xml" ContentType="application/vnd.openxmlformats-officedocument.presentationml.slideLayout+xml"/>
  <Override PartName="/ppt/slideLayouts/slideLayout786.xml" ContentType="application/vnd.openxmlformats-officedocument.presentationml.slideLayout+xml"/>
  <Override PartName="/ppt/slideLayouts/slideLayout787.xml" ContentType="application/vnd.openxmlformats-officedocument.presentationml.slideLayout+xml"/>
  <Override PartName="/ppt/slideLayouts/slideLayout788.xml" ContentType="application/vnd.openxmlformats-officedocument.presentationml.slideLayout+xml"/>
  <Override PartName="/ppt/slideLayouts/slideLayout789.xml" ContentType="application/vnd.openxmlformats-officedocument.presentationml.slideLayout+xml"/>
  <Override PartName="/ppt/slideLayouts/slideLayout790.xml" ContentType="application/vnd.openxmlformats-officedocument.presentationml.slideLayout+xml"/>
  <Override PartName="/ppt/slideLayouts/slideLayout791.xml" ContentType="application/vnd.openxmlformats-officedocument.presentationml.slideLayout+xml"/>
  <Override PartName="/ppt/slideLayouts/slideLayout792.xml" ContentType="application/vnd.openxmlformats-officedocument.presentationml.slideLayout+xml"/>
  <Override PartName="/ppt/slideLayouts/slideLayout793.xml" ContentType="application/vnd.openxmlformats-officedocument.presentationml.slideLayout+xml"/>
  <Override PartName="/ppt/slideLayouts/slideLayout794.xml" ContentType="application/vnd.openxmlformats-officedocument.presentationml.slideLayout+xml"/>
  <Override PartName="/ppt/slideLayouts/slideLayout795.xml" ContentType="application/vnd.openxmlformats-officedocument.presentationml.slideLayout+xml"/>
  <Override PartName="/ppt/slideLayouts/slideLayout796.xml" ContentType="application/vnd.openxmlformats-officedocument.presentationml.slideLayout+xml"/>
  <Override PartName="/ppt/slideLayouts/slideLayout797.xml" ContentType="application/vnd.openxmlformats-officedocument.presentationml.slideLayout+xml"/>
  <Override PartName="/ppt/slideLayouts/slideLayout798.xml" ContentType="application/vnd.openxmlformats-officedocument.presentationml.slideLayout+xml"/>
  <Override PartName="/ppt/slideLayouts/slideLayout799.xml" ContentType="application/vnd.openxmlformats-officedocument.presentationml.slideLayout+xml"/>
  <Override PartName="/ppt/slideLayouts/slideLayout800.xml" ContentType="application/vnd.openxmlformats-officedocument.presentationml.slideLayout+xml"/>
  <Override PartName="/ppt/theme/theme50.xml" ContentType="application/vnd.openxmlformats-officedocument.theme+xml"/>
  <Override PartName="/ppt/slideLayouts/slideLayout801.xml" ContentType="application/vnd.openxmlformats-officedocument.presentationml.slideLayout+xml"/>
  <Override PartName="/ppt/slideLayouts/slideLayout802.xml" ContentType="application/vnd.openxmlformats-officedocument.presentationml.slideLayout+xml"/>
  <Override PartName="/ppt/slideLayouts/slideLayout803.xml" ContentType="application/vnd.openxmlformats-officedocument.presentationml.slideLayout+xml"/>
  <Override PartName="/ppt/slideLayouts/slideLayout804.xml" ContentType="application/vnd.openxmlformats-officedocument.presentationml.slideLayout+xml"/>
  <Override PartName="/ppt/slideLayouts/slideLayout805.xml" ContentType="application/vnd.openxmlformats-officedocument.presentationml.slideLayout+xml"/>
  <Override PartName="/ppt/slideLayouts/slideLayout806.xml" ContentType="application/vnd.openxmlformats-officedocument.presentationml.slideLayout+xml"/>
  <Override PartName="/ppt/slideLayouts/slideLayout807.xml" ContentType="application/vnd.openxmlformats-officedocument.presentationml.slideLayout+xml"/>
  <Override PartName="/ppt/slideLayouts/slideLayout808.xml" ContentType="application/vnd.openxmlformats-officedocument.presentationml.slideLayout+xml"/>
  <Override PartName="/ppt/slideLayouts/slideLayout809.xml" ContentType="application/vnd.openxmlformats-officedocument.presentationml.slideLayout+xml"/>
  <Override PartName="/ppt/slideLayouts/slideLayout810.xml" ContentType="application/vnd.openxmlformats-officedocument.presentationml.slideLayout+xml"/>
  <Override PartName="/ppt/slideLayouts/slideLayout811.xml" ContentType="application/vnd.openxmlformats-officedocument.presentationml.slideLayout+xml"/>
  <Override PartName="/ppt/slideLayouts/slideLayout812.xml" ContentType="application/vnd.openxmlformats-officedocument.presentationml.slideLayout+xml"/>
  <Override PartName="/ppt/slideLayouts/slideLayout813.xml" ContentType="application/vnd.openxmlformats-officedocument.presentationml.slideLayout+xml"/>
  <Override PartName="/ppt/slideLayouts/slideLayout814.xml" ContentType="application/vnd.openxmlformats-officedocument.presentationml.slideLayout+xml"/>
  <Override PartName="/ppt/slideLayouts/slideLayout815.xml" ContentType="application/vnd.openxmlformats-officedocument.presentationml.slideLayout+xml"/>
  <Override PartName="/ppt/slideLayouts/slideLayout816.xml" ContentType="application/vnd.openxmlformats-officedocument.presentationml.slideLayout+xml"/>
  <Override PartName="/ppt/theme/theme51.xml" ContentType="application/vnd.openxmlformats-officedocument.theme+xml"/>
  <Override PartName="/ppt/theme/theme5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6300" r:id="rId2"/>
    <p:sldMasterId id="2147486317" r:id="rId3"/>
    <p:sldMasterId id="2147486334" r:id="rId4"/>
    <p:sldMasterId id="2147486351" r:id="rId5"/>
    <p:sldMasterId id="2147486368" r:id="rId6"/>
    <p:sldMasterId id="2147486385" r:id="rId7"/>
    <p:sldMasterId id="2147486402" r:id="rId8"/>
    <p:sldMasterId id="2147486419" r:id="rId9"/>
    <p:sldMasterId id="2147486436" r:id="rId10"/>
    <p:sldMasterId id="2147486453" r:id="rId11"/>
    <p:sldMasterId id="2147486470" r:id="rId12"/>
    <p:sldMasterId id="2147486487" r:id="rId13"/>
    <p:sldMasterId id="2147486504" r:id="rId14"/>
    <p:sldMasterId id="2147486521" r:id="rId15"/>
    <p:sldMasterId id="2147486538" r:id="rId16"/>
    <p:sldMasterId id="2147486555" r:id="rId17"/>
    <p:sldMasterId id="2147486572" r:id="rId18"/>
    <p:sldMasterId id="2147486589" r:id="rId19"/>
    <p:sldMasterId id="2147486606" r:id="rId20"/>
    <p:sldMasterId id="2147486623" r:id="rId21"/>
    <p:sldMasterId id="2147486640" r:id="rId22"/>
    <p:sldMasterId id="2147486657" r:id="rId23"/>
    <p:sldMasterId id="2147486674" r:id="rId24"/>
    <p:sldMasterId id="2147486691" r:id="rId25"/>
    <p:sldMasterId id="2147486708" r:id="rId26"/>
    <p:sldMasterId id="2147486742" r:id="rId27"/>
    <p:sldMasterId id="2147486759" r:id="rId28"/>
    <p:sldMasterId id="2147486776" r:id="rId29"/>
    <p:sldMasterId id="2147486793" r:id="rId30"/>
    <p:sldMasterId id="2147486810" r:id="rId31"/>
    <p:sldMasterId id="2147486827" r:id="rId32"/>
    <p:sldMasterId id="2147486844" r:id="rId33"/>
    <p:sldMasterId id="2147486861" r:id="rId34"/>
    <p:sldMasterId id="2147486878" r:id="rId35"/>
    <p:sldMasterId id="2147486895" r:id="rId36"/>
    <p:sldMasterId id="2147486912" r:id="rId37"/>
    <p:sldMasterId id="2147486929" r:id="rId38"/>
    <p:sldMasterId id="2147486946" r:id="rId39"/>
    <p:sldMasterId id="2147486963" r:id="rId40"/>
    <p:sldMasterId id="2147486980" r:id="rId41"/>
    <p:sldMasterId id="2147486997" r:id="rId42"/>
    <p:sldMasterId id="2147487014" r:id="rId43"/>
    <p:sldMasterId id="2147487031" r:id="rId44"/>
    <p:sldMasterId id="2147487065" r:id="rId45"/>
    <p:sldMasterId id="2147487099" r:id="rId46"/>
    <p:sldMasterId id="2147487116" r:id="rId47"/>
    <p:sldMasterId id="2147487133" r:id="rId48"/>
    <p:sldMasterId id="2147487150" r:id="rId49"/>
    <p:sldMasterId id="2147487167" r:id="rId50"/>
    <p:sldMasterId id="2147487184" r:id="rId51"/>
  </p:sldMasterIdLst>
  <p:notesMasterIdLst>
    <p:notesMasterId r:id="rId92"/>
  </p:notesMasterIdLst>
  <p:sldIdLst>
    <p:sldId id="588" r:id="rId52"/>
    <p:sldId id="266" r:id="rId53"/>
    <p:sldId id="680" r:id="rId54"/>
    <p:sldId id="1125" r:id="rId55"/>
    <p:sldId id="1128" r:id="rId56"/>
    <p:sldId id="1122" r:id="rId57"/>
    <p:sldId id="1123" r:id="rId58"/>
    <p:sldId id="1124" r:id="rId59"/>
    <p:sldId id="1126" r:id="rId60"/>
    <p:sldId id="1127" r:id="rId61"/>
    <p:sldId id="1129" r:id="rId62"/>
    <p:sldId id="1130" r:id="rId63"/>
    <p:sldId id="1131" r:id="rId64"/>
    <p:sldId id="1132" r:id="rId65"/>
    <p:sldId id="1133" r:id="rId66"/>
    <p:sldId id="1134" r:id="rId67"/>
    <p:sldId id="1135" r:id="rId68"/>
    <p:sldId id="1136" r:id="rId69"/>
    <p:sldId id="1137" r:id="rId70"/>
    <p:sldId id="1138" r:id="rId71"/>
    <p:sldId id="1139" r:id="rId72"/>
    <p:sldId id="1140" r:id="rId73"/>
    <p:sldId id="1141" r:id="rId74"/>
    <p:sldId id="1142" r:id="rId75"/>
    <p:sldId id="1143" r:id="rId76"/>
    <p:sldId id="1144" r:id="rId77"/>
    <p:sldId id="1145" r:id="rId78"/>
    <p:sldId id="1146" r:id="rId79"/>
    <p:sldId id="1149" r:id="rId80"/>
    <p:sldId id="1170" r:id="rId81"/>
    <p:sldId id="1172" r:id="rId82"/>
    <p:sldId id="1174" r:id="rId83"/>
    <p:sldId id="1175" r:id="rId84"/>
    <p:sldId id="1176" r:id="rId85"/>
    <p:sldId id="1148" r:id="rId86"/>
    <p:sldId id="1165" r:id="rId87"/>
    <p:sldId id="1177" r:id="rId88"/>
    <p:sldId id="1163" r:id="rId89"/>
    <p:sldId id="1178" r:id="rId90"/>
    <p:sldId id="1164" r:id="rId91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1">
          <p15:clr>
            <a:srgbClr val="A4A3A4"/>
          </p15:clr>
        </p15:guide>
        <p15:guide id="2" pos="11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6287"/>
    <a:srgbClr val="1961B9"/>
    <a:srgbClr val="0000FF"/>
    <a:srgbClr val="0073D2"/>
    <a:srgbClr val="0085F2"/>
    <a:srgbClr val="2FA6FF"/>
    <a:srgbClr val="018CFF"/>
    <a:srgbClr val="B9DEFF"/>
    <a:srgbClr val="007A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79"/>
    <p:restoredTop sz="94660"/>
  </p:normalViewPr>
  <p:slideViewPr>
    <p:cSldViewPr snapToGrid="0" snapToObjects="1" showGuides="1">
      <p:cViewPr varScale="1">
        <p:scale>
          <a:sx n="113" d="100"/>
          <a:sy n="113" d="100"/>
        </p:scale>
        <p:origin x="824" y="76"/>
      </p:cViewPr>
      <p:guideLst>
        <p:guide orient="horz" pos="1341"/>
        <p:guide pos="1142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200" d="100"/>
        <a:sy n="200" d="100"/>
      </p:scale>
      <p:origin x="0" y="450"/>
    </p:cViewPr>
  </p:sorterViewPr>
  <p:gridSpacing cx="71999" cy="71999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Master" Target="slideMasters/slideMaster26.xml"/><Relationship Id="rId21" Type="http://schemas.openxmlformats.org/officeDocument/2006/relationships/slideMaster" Target="slideMasters/slideMaster21.xml"/><Relationship Id="rId42" Type="http://schemas.openxmlformats.org/officeDocument/2006/relationships/slideMaster" Target="slideMasters/slideMaster42.xml"/><Relationship Id="rId47" Type="http://schemas.openxmlformats.org/officeDocument/2006/relationships/slideMaster" Target="slideMasters/slideMaster47.xml"/><Relationship Id="rId63" Type="http://schemas.openxmlformats.org/officeDocument/2006/relationships/slide" Target="slides/slide12.xml"/><Relationship Id="rId68" Type="http://schemas.openxmlformats.org/officeDocument/2006/relationships/slide" Target="slides/slide17.xml"/><Relationship Id="rId84" Type="http://schemas.openxmlformats.org/officeDocument/2006/relationships/slide" Target="slides/slide33.xml"/><Relationship Id="rId89" Type="http://schemas.openxmlformats.org/officeDocument/2006/relationships/slide" Target="slides/slide38.xml"/><Relationship Id="rId16" Type="http://schemas.openxmlformats.org/officeDocument/2006/relationships/slideMaster" Target="slideMasters/slideMaster16.xml"/><Relationship Id="rId11" Type="http://schemas.openxmlformats.org/officeDocument/2006/relationships/slideMaster" Target="slideMasters/slideMaster11.xml"/><Relationship Id="rId32" Type="http://schemas.openxmlformats.org/officeDocument/2006/relationships/slideMaster" Target="slideMasters/slideMaster32.xml"/><Relationship Id="rId37" Type="http://schemas.openxmlformats.org/officeDocument/2006/relationships/slideMaster" Target="slideMasters/slideMaster37.xml"/><Relationship Id="rId53" Type="http://schemas.openxmlformats.org/officeDocument/2006/relationships/slide" Target="slides/slide2.xml"/><Relationship Id="rId58" Type="http://schemas.openxmlformats.org/officeDocument/2006/relationships/slide" Target="slides/slide7.xml"/><Relationship Id="rId74" Type="http://schemas.openxmlformats.org/officeDocument/2006/relationships/slide" Target="slides/slide23.xml"/><Relationship Id="rId79" Type="http://schemas.openxmlformats.org/officeDocument/2006/relationships/slide" Target="slides/slide28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39.xml"/><Relationship Id="rId95" Type="http://schemas.openxmlformats.org/officeDocument/2006/relationships/theme" Target="theme/theme1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43" Type="http://schemas.openxmlformats.org/officeDocument/2006/relationships/slideMaster" Target="slideMasters/slideMaster43.xml"/><Relationship Id="rId48" Type="http://schemas.openxmlformats.org/officeDocument/2006/relationships/slideMaster" Target="slideMasters/slideMaster48.xml"/><Relationship Id="rId64" Type="http://schemas.openxmlformats.org/officeDocument/2006/relationships/slide" Target="slides/slide13.xml"/><Relationship Id="rId69" Type="http://schemas.openxmlformats.org/officeDocument/2006/relationships/slide" Target="slides/slide18.xml"/><Relationship Id="rId8" Type="http://schemas.openxmlformats.org/officeDocument/2006/relationships/slideMaster" Target="slideMasters/slideMaster8.xml"/><Relationship Id="rId51" Type="http://schemas.openxmlformats.org/officeDocument/2006/relationships/slideMaster" Target="slideMasters/slideMaster51.xml"/><Relationship Id="rId72" Type="http://schemas.openxmlformats.org/officeDocument/2006/relationships/slide" Target="slides/slide21.xml"/><Relationship Id="rId80" Type="http://schemas.openxmlformats.org/officeDocument/2006/relationships/slide" Target="slides/slide29.xml"/><Relationship Id="rId85" Type="http://schemas.openxmlformats.org/officeDocument/2006/relationships/slide" Target="slides/slide34.xml"/><Relationship Id="rId9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Master" Target="slideMasters/slideMaster33.xml"/><Relationship Id="rId38" Type="http://schemas.openxmlformats.org/officeDocument/2006/relationships/slideMaster" Target="slideMasters/slideMaster38.xml"/><Relationship Id="rId46" Type="http://schemas.openxmlformats.org/officeDocument/2006/relationships/slideMaster" Target="slideMasters/slideMaster46.xml"/><Relationship Id="rId59" Type="http://schemas.openxmlformats.org/officeDocument/2006/relationships/slide" Target="slides/slide8.xml"/><Relationship Id="rId67" Type="http://schemas.openxmlformats.org/officeDocument/2006/relationships/slide" Target="slides/slide16.xml"/><Relationship Id="rId20" Type="http://schemas.openxmlformats.org/officeDocument/2006/relationships/slideMaster" Target="slideMasters/slideMaster20.xml"/><Relationship Id="rId41" Type="http://schemas.openxmlformats.org/officeDocument/2006/relationships/slideMaster" Target="slideMasters/slideMaster41.xml"/><Relationship Id="rId54" Type="http://schemas.openxmlformats.org/officeDocument/2006/relationships/slide" Target="slides/slide3.xml"/><Relationship Id="rId62" Type="http://schemas.openxmlformats.org/officeDocument/2006/relationships/slide" Target="slides/slide11.xml"/><Relationship Id="rId70" Type="http://schemas.openxmlformats.org/officeDocument/2006/relationships/slide" Target="slides/slide19.xml"/><Relationship Id="rId75" Type="http://schemas.openxmlformats.org/officeDocument/2006/relationships/slide" Target="slides/slide24.xml"/><Relationship Id="rId83" Type="http://schemas.openxmlformats.org/officeDocument/2006/relationships/slide" Target="slides/slide32.xml"/><Relationship Id="rId88" Type="http://schemas.openxmlformats.org/officeDocument/2006/relationships/slide" Target="slides/slide37.xml"/><Relationship Id="rId91" Type="http://schemas.openxmlformats.org/officeDocument/2006/relationships/slide" Target="slides/slide4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Master" Target="slideMasters/slideMaster36.xml"/><Relationship Id="rId49" Type="http://schemas.openxmlformats.org/officeDocument/2006/relationships/slideMaster" Target="slideMasters/slideMaster49.xml"/><Relationship Id="rId57" Type="http://schemas.openxmlformats.org/officeDocument/2006/relationships/slide" Target="slides/slide6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44" Type="http://schemas.openxmlformats.org/officeDocument/2006/relationships/slideMaster" Target="slideMasters/slideMaster44.xml"/><Relationship Id="rId52" Type="http://schemas.openxmlformats.org/officeDocument/2006/relationships/slide" Target="slides/slide1.xml"/><Relationship Id="rId60" Type="http://schemas.openxmlformats.org/officeDocument/2006/relationships/slide" Target="slides/slide9.xml"/><Relationship Id="rId65" Type="http://schemas.openxmlformats.org/officeDocument/2006/relationships/slide" Target="slides/slide14.xml"/><Relationship Id="rId73" Type="http://schemas.openxmlformats.org/officeDocument/2006/relationships/slide" Target="slides/slide22.xml"/><Relationship Id="rId78" Type="http://schemas.openxmlformats.org/officeDocument/2006/relationships/slide" Target="slides/slide27.xml"/><Relationship Id="rId81" Type="http://schemas.openxmlformats.org/officeDocument/2006/relationships/slide" Target="slides/slide30.xml"/><Relationship Id="rId86" Type="http://schemas.openxmlformats.org/officeDocument/2006/relationships/slide" Target="slides/slide35.xml"/><Relationship Id="rId9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Master" Target="slideMasters/slideMaster39.xml"/><Relationship Id="rId34" Type="http://schemas.openxmlformats.org/officeDocument/2006/relationships/slideMaster" Target="slideMasters/slideMaster34.xml"/><Relationship Id="rId50" Type="http://schemas.openxmlformats.org/officeDocument/2006/relationships/slideMaster" Target="slideMasters/slideMaster50.xml"/><Relationship Id="rId55" Type="http://schemas.openxmlformats.org/officeDocument/2006/relationships/slide" Target="slides/slide4.xml"/><Relationship Id="rId76" Type="http://schemas.openxmlformats.org/officeDocument/2006/relationships/slide" Target="slides/slide25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20.xml"/><Relationship Id="rId9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29" Type="http://schemas.openxmlformats.org/officeDocument/2006/relationships/slideMaster" Target="slideMasters/slideMaster29.xml"/><Relationship Id="rId24" Type="http://schemas.openxmlformats.org/officeDocument/2006/relationships/slideMaster" Target="slideMasters/slideMaster24.xml"/><Relationship Id="rId40" Type="http://schemas.openxmlformats.org/officeDocument/2006/relationships/slideMaster" Target="slideMasters/slideMaster40.xml"/><Relationship Id="rId45" Type="http://schemas.openxmlformats.org/officeDocument/2006/relationships/slideMaster" Target="slideMasters/slideMaster45.xml"/><Relationship Id="rId66" Type="http://schemas.openxmlformats.org/officeDocument/2006/relationships/slide" Target="slides/slide15.xml"/><Relationship Id="rId87" Type="http://schemas.openxmlformats.org/officeDocument/2006/relationships/slide" Target="slides/slide36.xml"/><Relationship Id="rId61" Type="http://schemas.openxmlformats.org/officeDocument/2006/relationships/slide" Target="slides/slide10.xml"/><Relationship Id="rId82" Type="http://schemas.openxmlformats.org/officeDocument/2006/relationships/slide" Target="slides/slide31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56" Type="http://schemas.openxmlformats.org/officeDocument/2006/relationships/slide" Target="slides/slide5.xml"/><Relationship Id="rId77" Type="http://schemas.openxmlformats.org/officeDocument/2006/relationships/slide" Target="slides/slide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4289E0E-42A5-49B5-B7F6-4CA8596D6C2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2025/3/29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+mn-cs"/>
              </a:rPr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en-US" sz="1200" dirty="0"/>
              <a:t>‹#›</a:t>
            </a:fld>
            <a:endParaRPr lang="en-US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defTabSz="920750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2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7171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71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 eaLnBrk="1" hangingPunct="1">
              <a:spcBef>
                <a:spcPct val="0"/>
              </a:spcBef>
            </a:pPr>
            <a:endParaRPr lang="zh-CN" altLang="zh-CN" dirty="0">
              <a:solidFill>
                <a:schemeClr val="hlin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defTabSz="920750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36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7171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71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 eaLnBrk="1" hangingPunct="1">
              <a:spcBef>
                <a:spcPct val="0"/>
              </a:spcBef>
            </a:pPr>
            <a:endParaRPr lang="zh-CN" altLang="zh-CN" dirty="0">
              <a:solidFill>
                <a:schemeClr val="hlin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9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3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4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4.xml"/></Relationships>
</file>

<file path=ppt/slideLayouts/_rels/slideLayout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4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5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6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6.xml"/></Relationships>
</file>

<file path=ppt/slideLayouts/_rels/slideLayout2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6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7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7.xml"/></Relationships>
</file>

<file path=ppt/slideLayouts/_rels/slideLayout2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7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8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8.xml"/></Relationships>
</file>

<file path=ppt/slideLayouts/_rels/slideLayout2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8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9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3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0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0.xml"/></Relationships>
</file>

<file path=ppt/slideLayouts/_rels/slideLayout3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0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1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1.xml"/></Relationships>
</file>

<file path=ppt/slideLayouts/_rels/slideLayout3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1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2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2.xml"/></Relationships>
</file>

<file path=ppt/slideLayouts/_rels/slideLayout3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2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3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3.xml"/></Relationships>
</file>

<file path=ppt/slideLayouts/_rels/slideLayout3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3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4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4.xml"/></Relationships>
</file>

<file path=ppt/slideLayouts/_rels/slideLayout3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4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5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3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4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6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6.xml"/></Relationships>
</file>

<file path=ppt/slideLayouts/_rels/slideLayout4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6.xml"/></Relationships>
</file>

<file path=ppt/slideLayouts/_rels/slideLayout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7.xml"/></Relationships>
</file>

<file path=ppt/slideLayouts/_rels/slideLayout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7.xml"/></Relationships>
</file>

<file path=ppt/slideLayouts/_rels/slideLayout4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7.xml"/></Relationships>
</file>

<file path=ppt/slideLayouts/_rels/slideLayout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8.xml"/></Relationships>
</file>

<file path=ppt/slideLayouts/_rels/slideLayout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8.xml"/></Relationships>
</file>

<file path=ppt/slideLayouts/_rels/slideLayout4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8.xml"/></Relationships>
</file>

<file path=ppt/slideLayouts/_rels/slideLayout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9.xml"/></Relationships>
</file>

<file path=ppt/slideLayouts/_rels/slideLayout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9.xml"/></Relationships>
</file>

<file path=ppt/slideLayouts/_rels/slideLayout4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9.xml"/></Relationships>
</file>

<file path=ppt/slideLayouts/_rels/slideLayout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0.xml"/></Relationships>
</file>

<file path=ppt/slideLayouts/_rels/slideLayout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0.xml"/></Relationships>
</file>

<file path=ppt/slideLayouts/_rels/slideLayout4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0.xml"/></Relationships>
</file>

<file path=ppt/slideLayouts/_rels/slideLayout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1.xml"/></Relationships>
</file>

<file path=ppt/slideLayouts/_rels/slideLayout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1.xml"/></Relationships>
</file>

<file path=ppt/slideLayouts/_rels/slideLayout4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1.xml"/></Relationships>
</file>

<file path=ppt/slideLayouts/_rels/slideLayout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2.xml"/></Relationships>
</file>

<file path=ppt/slideLayouts/_rels/slideLayout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2.xml"/></Relationships>
</file>

<file path=ppt/slideLayouts/_rels/slideLayout5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2.xml"/></Relationships>
</file>

<file path=ppt/slideLayouts/_rels/slideLayout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3.xml"/></Relationships>
</file>

<file path=ppt/slideLayouts/_rels/slideLayout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3.xml"/></Relationships>
</file>

<file path=ppt/slideLayouts/_rels/slideLayout5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3.xml"/></Relationships>
</file>

<file path=ppt/slideLayouts/_rels/slideLayout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4.xml"/></Relationships>
</file>

<file path=ppt/slideLayouts/_rels/slideLayout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4.xml"/></Relationships>
</file>

<file path=ppt/slideLayouts/_rels/slideLayout5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4.xml"/></Relationships>
</file>

<file path=ppt/slideLayouts/_rels/slideLayout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5.xml"/></Relationships>
</file>

<file path=ppt/slideLayouts/_rels/slideLayout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5.xml"/></Relationships>
</file>

<file path=ppt/slideLayouts/_rels/slideLayout5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5.xml"/></Relationships>
</file>

<file path=ppt/slideLayouts/_rels/slideLayout5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6.xml"/></Relationships>
</file>

<file path=ppt/slideLayouts/_rels/slideLayout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6.xml"/></Relationships>
</file>

<file path=ppt/slideLayouts/_rels/slideLayout5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6.xml"/></Relationships>
</file>

<file path=ppt/slideLayouts/_rels/slideLayout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7.xml"/></Relationships>
</file>

<file path=ppt/slideLayouts/_rels/slideLayout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5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7.xml"/></Relationships>
</file>

<file path=ppt/slideLayouts/_rels/slideLayout5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7.xml"/></Relationships>
</file>

<file path=ppt/slideLayouts/_rels/slideLayout5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5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5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8.xml"/></Relationships>
</file>

<file path=ppt/slideLayouts/_rels/slideLayout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5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5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8.xml"/></Relationships>
</file>

<file path=ppt/slideLayouts/_rels/slideLayout6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8.xml"/></Relationships>
</file>

<file path=ppt/slideLayouts/_rels/slideLayout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9.xml"/></Relationships>
</file>

<file path=ppt/slideLayouts/_rels/slideLayout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9.xml"/></Relationships>
</file>

<file path=ppt/slideLayouts/_rels/slideLayout6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9.xml"/></Relationships>
</file>

<file path=ppt/slideLayouts/_rels/slideLayout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0.xml"/></Relationships>
</file>

<file path=ppt/slideLayouts/_rels/slideLayout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0.xml"/></Relationships>
</file>

<file path=ppt/slideLayouts/_rels/slideLayout6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0.xml"/></Relationships>
</file>

<file path=ppt/slideLayouts/_rels/slideLayout6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1.xml"/></Relationships>
</file>

<file path=ppt/slideLayouts/_rels/slideLayout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1.xml"/></Relationships>
</file>

<file path=ppt/slideLayouts/_rels/slideLayout6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1.xml"/></Relationships>
</file>

<file path=ppt/slideLayouts/_rels/slideLayout6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2.xml"/></Relationships>
</file>

<file path=ppt/slideLayouts/_rels/slideLayout6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6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6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6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6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6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6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6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6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6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6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6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2.xml"/></Relationships>
</file>

<file path=ppt/slideLayouts/_rels/slideLayout6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2.xml"/></Relationships>
</file>

<file path=ppt/slideLayouts/_rels/slideLayout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6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6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3.xml"/></Relationships>
</file>

<file path=ppt/slideLayouts/_rels/slideLayout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6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6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6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6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6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6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6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6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6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3.xml"/></Relationships>
</file>

<file path=ppt/slideLayouts/_rels/slideLayout6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3.xml"/></Relationships>
</file>

<file path=ppt/slideLayouts/_rels/slideLayout6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6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6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4.xml"/></Relationships>
</file>

<file path=ppt/slideLayouts/_rels/slideLayout6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6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6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6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6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6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6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6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6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6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4.xml"/></Relationships>
</file>

<file path=ppt/slideLayouts/_rels/slideLayout7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4.xml"/></Relationships>
</file>

<file path=ppt/slideLayouts/_rels/slideLayout7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5.xml"/></Relationships>
</file>

<file path=ppt/slideLayouts/_rels/slideLayout7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5.xml"/></Relationships>
</file>

<file path=ppt/slideLayouts/_rels/slideLayout7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5.xml"/></Relationships>
</file>

<file path=ppt/slideLayouts/_rels/slideLayout7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6.xml"/></Relationships>
</file>

<file path=ppt/slideLayouts/_rels/slideLayout7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6.xml"/></Relationships>
</file>

<file path=ppt/slideLayouts/_rels/slideLayout7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6.xml"/></Relationships>
</file>

<file path=ppt/slideLayouts/_rels/slideLayout7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7.xml"/></Relationships>
</file>

<file path=ppt/slideLayouts/_rels/slideLayout7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7.xml"/></Relationships>
</file>

<file path=ppt/slideLayouts/_rels/slideLayout7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7.xml"/></Relationships>
</file>

<file path=ppt/slideLayouts/_rels/slideLayout7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7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7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7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7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7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7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7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7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7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7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7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7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8.xml"/></Relationships>
</file>

<file path=ppt/slideLayouts/_rels/slideLayout7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8.xml"/></Relationships>
</file>

<file path=ppt/slideLayouts/_rels/slideLayout7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7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7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9.xml"/></Relationships>
</file>

<file path=ppt/slideLayouts/_rels/slideLayout7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7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7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7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7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7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7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7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7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7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7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7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9.xml"/></Relationships>
</file>

<file path=ppt/slideLayouts/_rels/slideLayout7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9.xml"/></Relationships>
</file>

<file path=ppt/slideLayouts/_rels/slideLayout7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7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7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0.xml"/></Relationships>
</file>

<file path=ppt/slideLayouts/_rels/slideLayout7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7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7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7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7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7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7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7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7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7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7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7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0.xml"/></Relationships>
</file>

<file path=ppt/slideLayouts/_rels/slideLayout7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0.xml"/></Relationships>
</file>

<file path=ppt/slideLayouts/_rels/slideLayout7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1.xml"/></Relationships>
</file>

<file path=ppt/slideLayouts/_rels/slideLayout8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1.xml"/></Relationships>
</file>

<file path=ppt/slideLayouts/_rels/slideLayout8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1.xml"/></Relationships>
</file>

<file path=ppt/slideLayouts/_rels/slideLayout8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6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6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6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6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4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7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7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78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7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4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8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9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9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94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9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4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9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0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0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0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10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26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2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4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4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4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5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58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5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7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7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74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7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8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8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90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9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9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9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9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9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0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0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0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06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0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2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2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38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3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5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5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54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5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6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6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70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7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8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8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8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86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8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0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0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0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0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7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0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0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0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18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7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3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3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34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7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4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50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5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7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6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6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66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6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7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8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8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8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8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7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9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9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98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9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8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6116638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1896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8802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1935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3587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1987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8391525" y="682625"/>
            <a:ext cx="755650" cy="107950"/>
          </a:xfrm>
          <a:prstGeom prst="rect">
            <a:avLst/>
          </a:prstGeom>
          <a:solidFill>
            <a:srgbClr val="8F1120"/>
          </a:solidFill>
          <a:ln>
            <a:noFill/>
          </a:ln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rPr>
              <a:t>2006</a:t>
            </a:r>
          </a:p>
        </p:txBody>
      </p:sp>
      <p:sp>
        <p:nvSpPr>
          <p:cNvPr id="2055" name="Line 40"/>
          <p:cNvSpPr/>
          <p:nvPr/>
        </p:nvSpPr>
        <p:spPr>
          <a:xfrm flipV="1">
            <a:off x="611663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6" name="Line 41"/>
          <p:cNvSpPr/>
          <p:nvPr/>
        </p:nvSpPr>
        <p:spPr>
          <a:xfrm flipV="1">
            <a:off x="6872288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7" name="Line 42"/>
          <p:cNvSpPr/>
          <p:nvPr/>
        </p:nvSpPr>
        <p:spPr>
          <a:xfrm flipV="1">
            <a:off x="7631113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" name="Line 43"/>
          <p:cNvSpPr/>
          <p:nvPr/>
        </p:nvSpPr>
        <p:spPr>
          <a:xfrm flipV="1">
            <a:off x="8385175" y="225425"/>
            <a:ext cx="0" cy="576263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>
            <a:lvl1pPr>
              <a:defRPr sz="4000" smtClean="0">
                <a:ea typeface="华文新魏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 smtClean="0">
                <a:solidFill>
                  <a:srgbClr val="333333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0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79388"/>
            <a:ext cx="2286000" cy="615473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8"/>
            <a:ext cx="6705600" cy="615473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268413"/>
            <a:ext cx="4038600" cy="506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14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31800" y="1268413"/>
            <a:ext cx="8229600" cy="50657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2"/>
              </a:buBlip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339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SmartArt graphic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79388"/>
            <a:ext cx="9144000" cy="601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8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0563" y="220663"/>
            <a:ext cx="78581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宋体" pitchFamily="2" charset="-122"/>
              </a:rPr>
              <a:t>✎ 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2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58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80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74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8.xml"/><Relationship Id="rId13" Type="http://schemas.openxmlformats.org/officeDocument/2006/relationships/slideLayout" Target="../slideLayouts/slideLayout9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7.xml"/><Relationship Id="rId12" Type="http://schemas.openxmlformats.org/officeDocument/2006/relationships/slideLayout" Target="../slideLayouts/slideLayout92.xml"/><Relationship Id="rId17" Type="http://schemas.openxmlformats.org/officeDocument/2006/relationships/theme" Target="../theme/theme6.xml"/><Relationship Id="rId2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91.xml"/><Relationship Id="rId5" Type="http://schemas.openxmlformats.org/officeDocument/2006/relationships/slideLayout" Target="../slideLayouts/slideLayout85.xml"/><Relationship Id="rId15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9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84.xml"/><Relationship Id="rId9" Type="http://schemas.openxmlformats.org/officeDocument/2006/relationships/slideLayout" Target="../slideLayouts/slideLayout89.xml"/><Relationship Id="rId14" Type="http://schemas.openxmlformats.org/officeDocument/2006/relationships/slideLayout" Target="../slideLayouts/slideLayout9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13" Type="http://schemas.openxmlformats.org/officeDocument/2006/relationships/slideLayout" Target="../slideLayouts/slideLayout109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8.xml"/><Relationship Id="rId17" Type="http://schemas.openxmlformats.org/officeDocument/2006/relationships/theme" Target="../theme/theme7.xml"/><Relationship Id="rId2" Type="http://schemas.openxmlformats.org/officeDocument/2006/relationships/slideLayout" Target="../slideLayouts/slideLayout98.xml"/><Relationship Id="rId16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1.xml"/><Relationship Id="rId15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06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Relationship Id="rId14" Type="http://schemas.openxmlformats.org/officeDocument/2006/relationships/slideLayout" Target="../slideLayouts/slideLayout110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125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115.xml"/><Relationship Id="rId7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24.xml"/><Relationship Id="rId17" Type="http://schemas.openxmlformats.org/officeDocument/2006/relationships/theme" Target="../theme/theme8.xml"/><Relationship Id="rId2" Type="http://schemas.openxmlformats.org/officeDocument/2006/relationships/slideLayout" Target="../slideLayouts/slideLayout114.xml"/><Relationship Id="rId16" Type="http://schemas.openxmlformats.org/officeDocument/2006/relationships/slideLayout" Target="../slideLayouts/slideLayout128.xml"/><Relationship Id="rId1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17.xml"/><Relationship Id="rId15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22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16.xml"/><Relationship Id="rId9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12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41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131.xml"/><Relationship Id="rId7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40.xml"/><Relationship Id="rId17" Type="http://schemas.openxmlformats.org/officeDocument/2006/relationships/theme" Target="../theme/theme9.xml"/><Relationship Id="rId2" Type="http://schemas.openxmlformats.org/officeDocument/2006/relationships/slideLayout" Target="../slideLayouts/slideLayout130.xml"/><Relationship Id="rId16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9.xml"/><Relationship Id="rId5" Type="http://schemas.openxmlformats.org/officeDocument/2006/relationships/slideLayout" Target="../slideLayouts/slideLayout133.xml"/><Relationship Id="rId15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38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42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2.xml"/><Relationship Id="rId13" Type="http://schemas.openxmlformats.org/officeDocument/2006/relationships/slideLayout" Target="../slideLayouts/slideLayout157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51.xml"/><Relationship Id="rId12" Type="http://schemas.openxmlformats.org/officeDocument/2006/relationships/slideLayout" Target="../slideLayouts/slideLayout156.xml"/><Relationship Id="rId17" Type="http://schemas.openxmlformats.org/officeDocument/2006/relationships/theme" Target="../theme/theme10.xml"/><Relationship Id="rId2" Type="http://schemas.openxmlformats.org/officeDocument/2006/relationships/slideLayout" Target="../slideLayouts/slideLayout146.xml"/><Relationship Id="rId16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49.xml"/><Relationship Id="rId1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54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53.xml"/><Relationship Id="rId14" Type="http://schemas.openxmlformats.org/officeDocument/2006/relationships/slideLayout" Target="../slideLayouts/slideLayout15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8.xml"/><Relationship Id="rId13" Type="http://schemas.openxmlformats.org/officeDocument/2006/relationships/slideLayout" Target="../slideLayouts/slideLayout17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163.xml"/><Relationship Id="rId7" Type="http://schemas.openxmlformats.org/officeDocument/2006/relationships/slideLayout" Target="../slideLayouts/slideLayout167.xml"/><Relationship Id="rId12" Type="http://schemas.openxmlformats.org/officeDocument/2006/relationships/slideLayout" Target="../slideLayouts/slideLayout172.xml"/><Relationship Id="rId17" Type="http://schemas.openxmlformats.org/officeDocument/2006/relationships/theme" Target="../theme/theme11.xml"/><Relationship Id="rId2" Type="http://schemas.openxmlformats.org/officeDocument/2006/relationships/slideLayout" Target="../slideLayouts/slideLayout162.xml"/><Relationship Id="rId16" Type="http://schemas.openxmlformats.org/officeDocument/2006/relationships/slideLayout" Target="../slideLayouts/slideLayout176.xml"/><Relationship Id="rId1" Type="http://schemas.openxmlformats.org/officeDocument/2006/relationships/slideLayout" Target="../slideLayouts/slideLayout161.xml"/><Relationship Id="rId6" Type="http://schemas.openxmlformats.org/officeDocument/2006/relationships/slideLayout" Target="../slideLayouts/slideLayout166.xml"/><Relationship Id="rId11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65.xml"/><Relationship Id="rId15" Type="http://schemas.openxmlformats.org/officeDocument/2006/relationships/slideLayout" Target="../slideLayouts/slideLayout175.xml"/><Relationship Id="rId10" Type="http://schemas.openxmlformats.org/officeDocument/2006/relationships/slideLayout" Target="../slideLayouts/slideLayout17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64.xml"/><Relationship Id="rId9" Type="http://schemas.openxmlformats.org/officeDocument/2006/relationships/slideLayout" Target="../slideLayouts/slideLayout169.xml"/><Relationship Id="rId14" Type="http://schemas.openxmlformats.org/officeDocument/2006/relationships/slideLayout" Target="../slideLayouts/slideLayout174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4.xml"/><Relationship Id="rId13" Type="http://schemas.openxmlformats.org/officeDocument/2006/relationships/slideLayout" Target="../slideLayouts/slideLayout189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179.xml"/><Relationship Id="rId7" Type="http://schemas.openxmlformats.org/officeDocument/2006/relationships/slideLayout" Target="../slideLayouts/slideLayout183.xml"/><Relationship Id="rId12" Type="http://schemas.openxmlformats.org/officeDocument/2006/relationships/slideLayout" Target="../slideLayouts/slideLayout188.xml"/><Relationship Id="rId17" Type="http://schemas.openxmlformats.org/officeDocument/2006/relationships/theme" Target="../theme/theme12.xml"/><Relationship Id="rId2" Type="http://schemas.openxmlformats.org/officeDocument/2006/relationships/slideLayout" Target="../slideLayouts/slideLayout178.xml"/><Relationship Id="rId16" Type="http://schemas.openxmlformats.org/officeDocument/2006/relationships/slideLayout" Target="../slideLayouts/slideLayout192.xml"/><Relationship Id="rId1" Type="http://schemas.openxmlformats.org/officeDocument/2006/relationships/slideLayout" Target="../slideLayouts/slideLayout177.xml"/><Relationship Id="rId6" Type="http://schemas.openxmlformats.org/officeDocument/2006/relationships/slideLayout" Target="../slideLayouts/slideLayout182.xml"/><Relationship Id="rId11" Type="http://schemas.openxmlformats.org/officeDocument/2006/relationships/slideLayout" Target="../slideLayouts/slideLayout187.xml"/><Relationship Id="rId5" Type="http://schemas.openxmlformats.org/officeDocument/2006/relationships/slideLayout" Target="../slideLayouts/slideLayout181.xml"/><Relationship Id="rId15" Type="http://schemas.openxmlformats.org/officeDocument/2006/relationships/slideLayout" Target="../slideLayouts/slideLayout191.xml"/><Relationship Id="rId10" Type="http://schemas.openxmlformats.org/officeDocument/2006/relationships/slideLayout" Target="../slideLayouts/slideLayout186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80.xml"/><Relationship Id="rId9" Type="http://schemas.openxmlformats.org/officeDocument/2006/relationships/slideLayout" Target="../slideLayouts/slideLayout185.xml"/><Relationship Id="rId14" Type="http://schemas.openxmlformats.org/officeDocument/2006/relationships/slideLayout" Target="../slideLayouts/slideLayout190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0.xml"/><Relationship Id="rId13" Type="http://schemas.openxmlformats.org/officeDocument/2006/relationships/slideLayout" Target="../slideLayouts/slideLayout205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195.xml"/><Relationship Id="rId7" Type="http://schemas.openxmlformats.org/officeDocument/2006/relationships/slideLayout" Target="../slideLayouts/slideLayout199.xml"/><Relationship Id="rId12" Type="http://schemas.openxmlformats.org/officeDocument/2006/relationships/slideLayout" Target="../slideLayouts/slideLayout204.xml"/><Relationship Id="rId17" Type="http://schemas.openxmlformats.org/officeDocument/2006/relationships/theme" Target="../theme/theme13.xml"/><Relationship Id="rId2" Type="http://schemas.openxmlformats.org/officeDocument/2006/relationships/slideLayout" Target="../slideLayouts/slideLayout194.xml"/><Relationship Id="rId16" Type="http://schemas.openxmlformats.org/officeDocument/2006/relationships/slideLayout" Target="../slideLayouts/slideLayout208.xml"/><Relationship Id="rId1" Type="http://schemas.openxmlformats.org/officeDocument/2006/relationships/slideLayout" Target="../slideLayouts/slideLayout193.xml"/><Relationship Id="rId6" Type="http://schemas.openxmlformats.org/officeDocument/2006/relationships/slideLayout" Target="../slideLayouts/slideLayout198.xml"/><Relationship Id="rId11" Type="http://schemas.openxmlformats.org/officeDocument/2006/relationships/slideLayout" Target="../slideLayouts/slideLayout203.xml"/><Relationship Id="rId5" Type="http://schemas.openxmlformats.org/officeDocument/2006/relationships/slideLayout" Target="../slideLayouts/slideLayout197.xml"/><Relationship Id="rId15" Type="http://schemas.openxmlformats.org/officeDocument/2006/relationships/slideLayout" Target="../slideLayouts/slideLayout207.xml"/><Relationship Id="rId10" Type="http://schemas.openxmlformats.org/officeDocument/2006/relationships/slideLayout" Target="../slideLayouts/slideLayout202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96.xml"/><Relationship Id="rId9" Type="http://schemas.openxmlformats.org/officeDocument/2006/relationships/slideLayout" Target="../slideLayouts/slideLayout201.xml"/><Relationship Id="rId14" Type="http://schemas.openxmlformats.org/officeDocument/2006/relationships/slideLayout" Target="../slideLayouts/slideLayout206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6.xml"/><Relationship Id="rId13" Type="http://schemas.openxmlformats.org/officeDocument/2006/relationships/slideLayout" Target="../slideLayouts/slideLayout221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211.xml"/><Relationship Id="rId7" Type="http://schemas.openxmlformats.org/officeDocument/2006/relationships/slideLayout" Target="../slideLayouts/slideLayout215.xml"/><Relationship Id="rId12" Type="http://schemas.openxmlformats.org/officeDocument/2006/relationships/slideLayout" Target="../slideLayouts/slideLayout220.xml"/><Relationship Id="rId17" Type="http://schemas.openxmlformats.org/officeDocument/2006/relationships/theme" Target="../theme/theme14.xml"/><Relationship Id="rId2" Type="http://schemas.openxmlformats.org/officeDocument/2006/relationships/slideLayout" Target="../slideLayouts/slideLayout210.xml"/><Relationship Id="rId16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09.xml"/><Relationship Id="rId6" Type="http://schemas.openxmlformats.org/officeDocument/2006/relationships/slideLayout" Target="../slideLayouts/slideLayout214.xml"/><Relationship Id="rId11" Type="http://schemas.openxmlformats.org/officeDocument/2006/relationships/slideLayout" Target="../slideLayouts/slideLayout219.xml"/><Relationship Id="rId5" Type="http://schemas.openxmlformats.org/officeDocument/2006/relationships/slideLayout" Target="../slideLayouts/slideLayout213.xml"/><Relationship Id="rId15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18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212.xml"/><Relationship Id="rId9" Type="http://schemas.openxmlformats.org/officeDocument/2006/relationships/slideLayout" Target="../slideLayouts/slideLayout217.xml"/><Relationship Id="rId14" Type="http://schemas.openxmlformats.org/officeDocument/2006/relationships/slideLayout" Target="../slideLayouts/slideLayout222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2.xml"/><Relationship Id="rId13" Type="http://schemas.openxmlformats.org/officeDocument/2006/relationships/slideLayout" Target="../slideLayouts/slideLayout237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227.xml"/><Relationship Id="rId7" Type="http://schemas.openxmlformats.org/officeDocument/2006/relationships/slideLayout" Target="../slideLayouts/slideLayout231.xml"/><Relationship Id="rId12" Type="http://schemas.openxmlformats.org/officeDocument/2006/relationships/slideLayout" Target="../slideLayouts/slideLayout236.xml"/><Relationship Id="rId17" Type="http://schemas.openxmlformats.org/officeDocument/2006/relationships/theme" Target="../theme/theme15.xml"/><Relationship Id="rId2" Type="http://schemas.openxmlformats.org/officeDocument/2006/relationships/slideLayout" Target="../slideLayouts/slideLayout226.xml"/><Relationship Id="rId16" Type="http://schemas.openxmlformats.org/officeDocument/2006/relationships/slideLayout" Target="../slideLayouts/slideLayout240.xml"/><Relationship Id="rId1" Type="http://schemas.openxmlformats.org/officeDocument/2006/relationships/slideLayout" Target="../slideLayouts/slideLayout225.xml"/><Relationship Id="rId6" Type="http://schemas.openxmlformats.org/officeDocument/2006/relationships/slideLayout" Target="../slideLayouts/slideLayout230.xml"/><Relationship Id="rId11" Type="http://schemas.openxmlformats.org/officeDocument/2006/relationships/slideLayout" Target="../slideLayouts/slideLayout235.xml"/><Relationship Id="rId5" Type="http://schemas.openxmlformats.org/officeDocument/2006/relationships/slideLayout" Target="../slideLayouts/slideLayout229.xml"/><Relationship Id="rId15" Type="http://schemas.openxmlformats.org/officeDocument/2006/relationships/slideLayout" Target="../slideLayouts/slideLayout239.xml"/><Relationship Id="rId10" Type="http://schemas.openxmlformats.org/officeDocument/2006/relationships/slideLayout" Target="../slideLayouts/slideLayout234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228.xml"/><Relationship Id="rId9" Type="http://schemas.openxmlformats.org/officeDocument/2006/relationships/slideLayout" Target="../slideLayouts/slideLayout233.xml"/><Relationship Id="rId14" Type="http://schemas.openxmlformats.org/officeDocument/2006/relationships/slideLayout" Target="../slideLayouts/slideLayout238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8.xml"/><Relationship Id="rId13" Type="http://schemas.openxmlformats.org/officeDocument/2006/relationships/slideLayout" Target="../slideLayouts/slideLayout25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243.xml"/><Relationship Id="rId7" Type="http://schemas.openxmlformats.org/officeDocument/2006/relationships/slideLayout" Target="../slideLayouts/slideLayout247.xml"/><Relationship Id="rId12" Type="http://schemas.openxmlformats.org/officeDocument/2006/relationships/slideLayout" Target="../slideLayouts/slideLayout252.xml"/><Relationship Id="rId17" Type="http://schemas.openxmlformats.org/officeDocument/2006/relationships/theme" Target="../theme/theme16.xml"/><Relationship Id="rId2" Type="http://schemas.openxmlformats.org/officeDocument/2006/relationships/slideLayout" Target="../slideLayouts/slideLayout242.xml"/><Relationship Id="rId16" Type="http://schemas.openxmlformats.org/officeDocument/2006/relationships/slideLayout" Target="../slideLayouts/slideLayout256.xml"/><Relationship Id="rId1" Type="http://schemas.openxmlformats.org/officeDocument/2006/relationships/slideLayout" Target="../slideLayouts/slideLayout241.xml"/><Relationship Id="rId6" Type="http://schemas.openxmlformats.org/officeDocument/2006/relationships/slideLayout" Target="../slideLayouts/slideLayout246.xml"/><Relationship Id="rId11" Type="http://schemas.openxmlformats.org/officeDocument/2006/relationships/slideLayout" Target="../slideLayouts/slideLayout251.xml"/><Relationship Id="rId5" Type="http://schemas.openxmlformats.org/officeDocument/2006/relationships/slideLayout" Target="../slideLayouts/slideLayout245.xml"/><Relationship Id="rId15" Type="http://schemas.openxmlformats.org/officeDocument/2006/relationships/slideLayout" Target="../slideLayouts/slideLayout255.xml"/><Relationship Id="rId10" Type="http://schemas.openxmlformats.org/officeDocument/2006/relationships/slideLayout" Target="../slideLayouts/slideLayout25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244.xml"/><Relationship Id="rId9" Type="http://schemas.openxmlformats.org/officeDocument/2006/relationships/slideLayout" Target="../slideLayouts/slideLayout249.xml"/><Relationship Id="rId14" Type="http://schemas.openxmlformats.org/officeDocument/2006/relationships/slideLayout" Target="../slideLayouts/slideLayout254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4.xml"/><Relationship Id="rId13" Type="http://schemas.openxmlformats.org/officeDocument/2006/relationships/slideLayout" Target="../slideLayouts/slideLayout269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259.xml"/><Relationship Id="rId7" Type="http://schemas.openxmlformats.org/officeDocument/2006/relationships/slideLayout" Target="../slideLayouts/slideLayout263.xml"/><Relationship Id="rId12" Type="http://schemas.openxmlformats.org/officeDocument/2006/relationships/slideLayout" Target="../slideLayouts/slideLayout268.xml"/><Relationship Id="rId17" Type="http://schemas.openxmlformats.org/officeDocument/2006/relationships/theme" Target="../theme/theme17.xml"/><Relationship Id="rId2" Type="http://schemas.openxmlformats.org/officeDocument/2006/relationships/slideLayout" Target="../slideLayouts/slideLayout258.xml"/><Relationship Id="rId16" Type="http://schemas.openxmlformats.org/officeDocument/2006/relationships/slideLayout" Target="../slideLayouts/slideLayout272.xml"/><Relationship Id="rId1" Type="http://schemas.openxmlformats.org/officeDocument/2006/relationships/slideLayout" Target="../slideLayouts/slideLayout257.xml"/><Relationship Id="rId6" Type="http://schemas.openxmlformats.org/officeDocument/2006/relationships/slideLayout" Target="../slideLayouts/slideLayout262.xml"/><Relationship Id="rId11" Type="http://schemas.openxmlformats.org/officeDocument/2006/relationships/slideLayout" Target="../slideLayouts/slideLayout267.xml"/><Relationship Id="rId5" Type="http://schemas.openxmlformats.org/officeDocument/2006/relationships/slideLayout" Target="../slideLayouts/slideLayout261.xml"/><Relationship Id="rId15" Type="http://schemas.openxmlformats.org/officeDocument/2006/relationships/slideLayout" Target="../slideLayouts/slideLayout271.xml"/><Relationship Id="rId10" Type="http://schemas.openxmlformats.org/officeDocument/2006/relationships/slideLayout" Target="../slideLayouts/slideLayout266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260.xml"/><Relationship Id="rId9" Type="http://schemas.openxmlformats.org/officeDocument/2006/relationships/slideLayout" Target="../slideLayouts/slideLayout265.xml"/><Relationship Id="rId14" Type="http://schemas.openxmlformats.org/officeDocument/2006/relationships/slideLayout" Target="../slideLayouts/slideLayout270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0.xml"/><Relationship Id="rId13" Type="http://schemas.openxmlformats.org/officeDocument/2006/relationships/slideLayout" Target="../slideLayouts/slideLayout285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275.xml"/><Relationship Id="rId7" Type="http://schemas.openxmlformats.org/officeDocument/2006/relationships/slideLayout" Target="../slideLayouts/slideLayout279.xml"/><Relationship Id="rId12" Type="http://schemas.openxmlformats.org/officeDocument/2006/relationships/slideLayout" Target="../slideLayouts/slideLayout284.xml"/><Relationship Id="rId17" Type="http://schemas.openxmlformats.org/officeDocument/2006/relationships/theme" Target="../theme/theme18.xml"/><Relationship Id="rId2" Type="http://schemas.openxmlformats.org/officeDocument/2006/relationships/slideLayout" Target="../slideLayouts/slideLayout274.xml"/><Relationship Id="rId16" Type="http://schemas.openxmlformats.org/officeDocument/2006/relationships/slideLayout" Target="../slideLayouts/slideLayout288.xml"/><Relationship Id="rId1" Type="http://schemas.openxmlformats.org/officeDocument/2006/relationships/slideLayout" Target="../slideLayouts/slideLayout273.xml"/><Relationship Id="rId6" Type="http://schemas.openxmlformats.org/officeDocument/2006/relationships/slideLayout" Target="../slideLayouts/slideLayout278.xml"/><Relationship Id="rId11" Type="http://schemas.openxmlformats.org/officeDocument/2006/relationships/slideLayout" Target="../slideLayouts/slideLayout283.xml"/><Relationship Id="rId5" Type="http://schemas.openxmlformats.org/officeDocument/2006/relationships/slideLayout" Target="../slideLayouts/slideLayout277.xml"/><Relationship Id="rId15" Type="http://schemas.openxmlformats.org/officeDocument/2006/relationships/slideLayout" Target="../slideLayouts/slideLayout287.xml"/><Relationship Id="rId10" Type="http://schemas.openxmlformats.org/officeDocument/2006/relationships/slideLayout" Target="../slideLayouts/slideLayout282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276.xml"/><Relationship Id="rId9" Type="http://schemas.openxmlformats.org/officeDocument/2006/relationships/slideLayout" Target="../slideLayouts/slideLayout281.xml"/><Relationship Id="rId14" Type="http://schemas.openxmlformats.org/officeDocument/2006/relationships/slideLayout" Target="../slideLayouts/slideLayout286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6.xml"/><Relationship Id="rId13" Type="http://schemas.openxmlformats.org/officeDocument/2006/relationships/slideLayout" Target="../slideLayouts/slideLayout301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291.xml"/><Relationship Id="rId7" Type="http://schemas.openxmlformats.org/officeDocument/2006/relationships/slideLayout" Target="../slideLayouts/slideLayout295.xml"/><Relationship Id="rId12" Type="http://schemas.openxmlformats.org/officeDocument/2006/relationships/slideLayout" Target="../slideLayouts/slideLayout300.xml"/><Relationship Id="rId17" Type="http://schemas.openxmlformats.org/officeDocument/2006/relationships/theme" Target="../theme/theme19.xml"/><Relationship Id="rId2" Type="http://schemas.openxmlformats.org/officeDocument/2006/relationships/slideLayout" Target="../slideLayouts/slideLayout290.xml"/><Relationship Id="rId16" Type="http://schemas.openxmlformats.org/officeDocument/2006/relationships/slideLayout" Target="../slideLayouts/slideLayout304.xml"/><Relationship Id="rId1" Type="http://schemas.openxmlformats.org/officeDocument/2006/relationships/slideLayout" Target="../slideLayouts/slideLayout289.xml"/><Relationship Id="rId6" Type="http://schemas.openxmlformats.org/officeDocument/2006/relationships/slideLayout" Target="../slideLayouts/slideLayout294.xml"/><Relationship Id="rId11" Type="http://schemas.openxmlformats.org/officeDocument/2006/relationships/slideLayout" Target="../slideLayouts/slideLayout299.xml"/><Relationship Id="rId5" Type="http://schemas.openxmlformats.org/officeDocument/2006/relationships/slideLayout" Target="../slideLayouts/slideLayout293.xml"/><Relationship Id="rId15" Type="http://schemas.openxmlformats.org/officeDocument/2006/relationships/slideLayout" Target="../slideLayouts/slideLayout303.xml"/><Relationship Id="rId10" Type="http://schemas.openxmlformats.org/officeDocument/2006/relationships/slideLayout" Target="../slideLayouts/slideLayout298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292.xml"/><Relationship Id="rId9" Type="http://schemas.openxmlformats.org/officeDocument/2006/relationships/slideLayout" Target="../slideLayouts/slideLayout297.xml"/><Relationship Id="rId14" Type="http://schemas.openxmlformats.org/officeDocument/2006/relationships/slideLayout" Target="../slideLayouts/slideLayout302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2.xml"/><Relationship Id="rId13" Type="http://schemas.openxmlformats.org/officeDocument/2006/relationships/slideLayout" Target="../slideLayouts/slideLayout317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07.xml"/><Relationship Id="rId7" Type="http://schemas.openxmlformats.org/officeDocument/2006/relationships/slideLayout" Target="../slideLayouts/slideLayout311.xml"/><Relationship Id="rId12" Type="http://schemas.openxmlformats.org/officeDocument/2006/relationships/slideLayout" Target="../slideLayouts/slideLayout316.xml"/><Relationship Id="rId17" Type="http://schemas.openxmlformats.org/officeDocument/2006/relationships/theme" Target="../theme/theme20.xml"/><Relationship Id="rId2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20.xml"/><Relationship Id="rId1" Type="http://schemas.openxmlformats.org/officeDocument/2006/relationships/slideLayout" Target="../slideLayouts/slideLayout305.xml"/><Relationship Id="rId6" Type="http://schemas.openxmlformats.org/officeDocument/2006/relationships/slideLayout" Target="../slideLayouts/slideLayout310.xml"/><Relationship Id="rId11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09.xml"/><Relationship Id="rId15" Type="http://schemas.openxmlformats.org/officeDocument/2006/relationships/slideLayout" Target="../slideLayouts/slideLayout319.xml"/><Relationship Id="rId10" Type="http://schemas.openxmlformats.org/officeDocument/2006/relationships/slideLayout" Target="../slideLayouts/slideLayout314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308.xml"/><Relationship Id="rId9" Type="http://schemas.openxmlformats.org/officeDocument/2006/relationships/slideLayout" Target="../slideLayouts/slideLayout313.xml"/><Relationship Id="rId14" Type="http://schemas.openxmlformats.org/officeDocument/2006/relationships/slideLayout" Target="../slideLayouts/slideLayout318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8.xml"/><Relationship Id="rId13" Type="http://schemas.openxmlformats.org/officeDocument/2006/relationships/slideLayout" Target="../slideLayouts/slideLayout33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23.xml"/><Relationship Id="rId7" Type="http://schemas.openxmlformats.org/officeDocument/2006/relationships/slideLayout" Target="../slideLayouts/slideLayout327.xml"/><Relationship Id="rId12" Type="http://schemas.openxmlformats.org/officeDocument/2006/relationships/slideLayout" Target="../slideLayouts/slideLayout332.xml"/><Relationship Id="rId17" Type="http://schemas.openxmlformats.org/officeDocument/2006/relationships/theme" Target="../theme/theme21.xml"/><Relationship Id="rId2" Type="http://schemas.openxmlformats.org/officeDocument/2006/relationships/slideLayout" Target="../slideLayouts/slideLayout322.xml"/><Relationship Id="rId16" Type="http://schemas.openxmlformats.org/officeDocument/2006/relationships/slideLayout" Target="../slideLayouts/slideLayout336.xml"/><Relationship Id="rId1" Type="http://schemas.openxmlformats.org/officeDocument/2006/relationships/slideLayout" Target="../slideLayouts/slideLayout321.xml"/><Relationship Id="rId6" Type="http://schemas.openxmlformats.org/officeDocument/2006/relationships/slideLayout" Target="../slideLayouts/slideLayout326.xml"/><Relationship Id="rId11" Type="http://schemas.openxmlformats.org/officeDocument/2006/relationships/slideLayout" Target="../slideLayouts/slideLayout331.xml"/><Relationship Id="rId5" Type="http://schemas.openxmlformats.org/officeDocument/2006/relationships/slideLayout" Target="../slideLayouts/slideLayout325.xml"/><Relationship Id="rId15" Type="http://schemas.openxmlformats.org/officeDocument/2006/relationships/slideLayout" Target="../slideLayouts/slideLayout335.xml"/><Relationship Id="rId10" Type="http://schemas.openxmlformats.org/officeDocument/2006/relationships/slideLayout" Target="../slideLayouts/slideLayout33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324.xml"/><Relationship Id="rId9" Type="http://schemas.openxmlformats.org/officeDocument/2006/relationships/slideLayout" Target="../slideLayouts/slideLayout329.xml"/><Relationship Id="rId14" Type="http://schemas.openxmlformats.org/officeDocument/2006/relationships/slideLayout" Target="../slideLayouts/slideLayout334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4.xml"/><Relationship Id="rId13" Type="http://schemas.openxmlformats.org/officeDocument/2006/relationships/slideLayout" Target="../slideLayouts/slideLayout349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39.xml"/><Relationship Id="rId7" Type="http://schemas.openxmlformats.org/officeDocument/2006/relationships/slideLayout" Target="../slideLayouts/slideLayout343.xml"/><Relationship Id="rId12" Type="http://schemas.openxmlformats.org/officeDocument/2006/relationships/slideLayout" Target="../slideLayouts/slideLayout348.xml"/><Relationship Id="rId17" Type="http://schemas.openxmlformats.org/officeDocument/2006/relationships/theme" Target="../theme/theme22.xml"/><Relationship Id="rId2" Type="http://schemas.openxmlformats.org/officeDocument/2006/relationships/slideLayout" Target="../slideLayouts/slideLayout338.xml"/><Relationship Id="rId16" Type="http://schemas.openxmlformats.org/officeDocument/2006/relationships/slideLayout" Target="../slideLayouts/slideLayout352.xml"/><Relationship Id="rId1" Type="http://schemas.openxmlformats.org/officeDocument/2006/relationships/slideLayout" Target="../slideLayouts/slideLayout337.xml"/><Relationship Id="rId6" Type="http://schemas.openxmlformats.org/officeDocument/2006/relationships/slideLayout" Target="../slideLayouts/slideLayout342.xml"/><Relationship Id="rId11" Type="http://schemas.openxmlformats.org/officeDocument/2006/relationships/slideLayout" Target="../slideLayouts/slideLayout347.xml"/><Relationship Id="rId5" Type="http://schemas.openxmlformats.org/officeDocument/2006/relationships/slideLayout" Target="../slideLayouts/slideLayout341.xml"/><Relationship Id="rId15" Type="http://schemas.openxmlformats.org/officeDocument/2006/relationships/slideLayout" Target="../slideLayouts/slideLayout351.xml"/><Relationship Id="rId10" Type="http://schemas.openxmlformats.org/officeDocument/2006/relationships/slideLayout" Target="../slideLayouts/slideLayout346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340.xml"/><Relationship Id="rId9" Type="http://schemas.openxmlformats.org/officeDocument/2006/relationships/slideLayout" Target="../slideLayouts/slideLayout345.xml"/><Relationship Id="rId14" Type="http://schemas.openxmlformats.org/officeDocument/2006/relationships/slideLayout" Target="../slideLayouts/slideLayout350.xml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0.xml"/><Relationship Id="rId13" Type="http://schemas.openxmlformats.org/officeDocument/2006/relationships/slideLayout" Target="../slideLayouts/slideLayout365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55.xml"/><Relationship Id="rId7" Type="http://schemas.openxmlformats.org/officeDocument/2006/relationships/slideLayout" Target="../slideLayouts/slideLayout359.xml"/><Relationship Id="rId12" Type="http://schemas.openxmlformats.org/officeDocument/2006/relationships/slideLayout" Target="../slideLayouts/slideLayout364.xml"/><Relationship Id="rId17" Type="http://schemas.openxmlformats.org/officeDocument/2006/relationships/theme" Target="../theme/theme23.xml"/><Relationship Id="rId2" Type="http://schemas.openxmlformats.org/officeDocument/2006/relationships/slideLayout" Target="../slideLayouts/slideLayout354.xml"/><Relationship Id="rId16" Type="http://schemas.openxmlformats.org/officeDocument/2006/relationships/slideLayout" Target="../slideLayouts/slideLayout368.xml"/><Relationship Id="rId1" Type="http://schemas.openxmlformats.org/officeDocument/2006/relationships/slideLayout" Target="../slideLayouts/slideLayout353.xml"/><Relationship Id="rId6" Type="http://schemas.openxmlformats.org/officeDocument/2006/relationships/slideLayout" Target="../slideLayouts/slideLayout358.xml"/><Relationship Id="rId11" Type="http://schemas.openxmlformats.org/officeDocument/2006/relationships/slideLayout" Target="../slideLayouts/slideLayout363.xml"/><Relationship Id="rId5" Type="http://schemas.openxmlformats.org/officeDocument/2006/relationships/slideLayout" Target="../slideLayouts/slideLayout357.xml"/><Relationship Id="rId15" Type="http://schemas.openxmlformats.org/officeDocument/2006/relationships/slideLayout" Target="../slideLayouts/slideLayout367.xml"/><Relationship Id="rId10" Type="http://schemas.openxmlformats.org/officeDocument/2006/relationships/slideLayout" Target="../slideLayouts/slideLayout362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356.xml"/><Relationship Id="rId9" Type="http://schemas.openxmlformats.org/officeDocument/2006/relationships/slideLayout" Target="../slideLayouts/slideLayout361.xml"/><Relationship Id="rId14" Type="http://schemas.openxmlformats.org/officeDocument/2006/relationships/slideLayout" Target="../slideLayouts/slideLayout366.xml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6.xml"/><Relationship Id="rId13" Type="http://schemas.openxmlformats.org/officeDocument/2006/relationships/slideLayout" Target="../slideLayouts/slideLayout381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71.xml"/><Relationship Id="rId7" Type="http://schemas.openxmlformats.org/officeDocument/2006/relationships/slideLayout" Target="../slideLayouts/slideLayout375.xml"/><Relationship Id="rId12" Type="http://schemas.openxmlformats.org/officeDocument/2006/relationships/slideLayout" Target="../slideLayouts/slideLayout380.xml"/><Relationship Id="rId17" Type="http://schemas.openxmlformats.org/officeDocument/2006/relationships/theme" Target="../theme/theme24.xml"/><Relationship Id="rId2" Type="http://schemas.openxmlformats.org/officeDocument/2006/relationships/slideLayout" Target="../slideLayouts/slideLayout370.xml"/><Relationship Id="rId16" Type="http://schemas.openxmlformats.org/officeDocument/2006/relationships/slideLayout" Target="../slideLayouts/slideLayout384.xml"/><Relationship Id="rId1" Type="http://schemas.openxmlformats.org/officeDocument/2006/relationships/slideLayout" Target="../slideLayouts/slideLayout369.xml"/><Relationship Id="rId6" Type="http://schemas.openxmlformats.org/officeDocument/2006/relationships/slideLayout" Target="../slideLayouts/slideLayout374.xml"/><Relationship Id="rId11" Type="http://schemas.openxmlformats.org/officeDocument/2006/relationships/slideLayout" Target="../slideLayouts/slideLayout379.xml"/><Relationship Id="rId5" Type="http://schemas.openxmlformats.org/officeDocument/2006/relationships/slideLayout" Target="../slideLayouts/slideLayout373.xml"/><Relationship Id="rId15" Type="http://schemas.openxmlformats.org/officeDocument/2006/relationships/slideLayout" Target="../slideLayouts/slideLayout383.xml"/><Relationship Id="rId10" Type="http://schemas.openxmlformats.org/officeDocument/2006/relationships/slideLayout" Target="../slideLayouts/slideLayout378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372.xml"/><Relationship Id="rId9" Type="http://schemas.openxmlformats.org/officeDocument/2006/relationships/slideLayout" Target="../slideLayouts/slideLayout377.xml"/><Relationship Id="rId14" Type="http://schemas.openxmlformats.org/officeDocument/2006/relationships/slideLayout" Target="../slideLayouts/slideLayout382.xml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2.xml"/><Relationship Id="rId13" Type="http://schemas.openxmlformats.org/officeDocument/2006/relationships/slideLayout" Target="../slideLayouts/slideLayout397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87.xml"/><Relationship Id="rId7" Type="http://schemas.openxmlformats.org/officeDocument/2006/relationships/slideLayout" Target="../slideLayouts/slideLayout391.xml"/><Relationship Id="rId12" Type="http://schemas.openxmlformats.org/officeDocument/2006/relationships/slideLayout" Target="../slideLayouts/slideLayout396.xml"/><Relationship Id="rId17" Type="http://schemas.openxmlformats.org/officeDocument/2006/relationships/theme" Target="../theme/theme25.xml"/><Relationship Id="rId2" Type="http://schemas.openxmlformats.org/officeDocument/2006/relationships/slideLayout" Target="../slideLayouts/slideLayout386.xml"/><Relationship Id="rId16" Type="http://schemas.openxmlformats.org/officeDocument/2006/relationships/slideLayout" Target="../slideLayouts/slideLayout400.xml"/><Relationship Id="rId1" Type="http://schemas.openxmlformats.org/officeDocument/2006/relationships/slideLayout" Target="../slideLayouts/slideLayout385.xml"/><Relationship Id="rId6" Type="http://schemas.openxmlformats.org/officeDocument/2006/relationships/slideLayout" Target="../slideLayouts/slideLayout390.xml"/><Relationship Id="rId11" Type="http://schemas.openxmlformats.org/officeDocument/2006/relationships/slideLayout" Target="../slideLayouts/slideLayout395.xml"/><Relationship Id="rId5" Type="http://schemas.openxmlformats.org/officeDocument/2006/relationships/slideLayout" Target="../slideLayouts/slideLayout389.xml"/><Relationship Id="rId15" Type="http://schemas.openxmlformats.org/officeDocument/2006/relationships/slideLayout" Target="../slideLayouts/slideLayout399.xml"/><Relationship Id="rId10" Type="http://schemas.openxmlformats.org/officeDocument/2006/relationships/slideLayout" Target="../slideLayouts/slideLayout394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388.xml"/><Relationship Id="rId9" Type="http://schemas.openxmlformats.org/officeDocument/2006/relationships/slideLayout" Target="../slideLayouts/slideLayout393.xml"/><Relationship Id="rId14" Type="http://schemas.openxmlformats.org/officeDocument/2006/relationships/slideLayout" Target="../slideLayouts/slideLayout398.xml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8.xml"/><Relationship Id="rId13" Type="http://schemas.openxmlformats.org/officeDocument/2006/relationships/slideLayout" Target="../slideLayouts/slideLayout4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403.xml"/><Relationship Id="rId7" Type="http://schemas.openxmlformats.org/officeDocument/2006/relationships/slideLayout" Target="../slideLayouts/slideLayout407.xml"/><Relationship Id="rId12" Type="http://schemas.openxmlformats.org/officeDocument/2006/relationships/slideLayout" Target="../slideLayouts/slideLayout412.xml"/><Relationship Id="rId17" Type="http://schemas.openxmlformats.org/officeDocument/2006/relationships/theme" Target="../theme/theme26.xml"/><Relationship Id="rId2" Type="http://schemas.openxmlformats.org/officeDocument/2006/relationships/slideLayout" Target="../slideLayouts/slideLayout402.xml"/><Relationship Id="rId16" Type="http://schemas.openxmlformats.org/officeDocument/2006/relationships/slideLayout" Target="../slideLayouts/slideLayout416.xml"/><Relationship Id="rId1" Type="http://schemas.openxmlformats.org/officeDocument/2006/relationships/slideLayout" Target="../slideLayouts/slideLayout401.xml"/><Relationship Id="rId6" Type="http://schemas.openxmlformats.org/officeDocument/2006/relationships/slideLayout" Target="../slideLayouts/slideLayout406.xml"/><Relationship Id="rId11" Type="http://schemas.openxmlformats.org/officeDocument/2006/relationships/slideLayout" Target="../slideLayouts/slideLayout411.xml"/><Relationship Id="rId5" Type="http://schemas.openxmlformats.org/officeDocument/2006/relationships/slideLayout" Target="../slideLayouts/slideLayout405.xml"/><Relationship Id="rId15" Type="http://schemas.openxmlformats.org/officeDocument/2006/relationships/slideLayout" Target="../slideLayouts/slideLayout415.xml"/><Relationship Id="rId10" Type="http://schemas.openxmlformats.org/officeDocument/2006/relationships/slideLayout" Target="../slideLayouts/slideLayout4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04.xml"/><Relationship Id="rId9" Type="http://schemas.openxmlformats.org/officeDocument/2006/relationships/slideLayout" Target="../slideLayouts/slideLayout409.xml"/><Relationship Id="rId14" Type="http://schemas.openxmlformats.org/officeDocument/2006/relationships/slideLayout" Target="../slideLayouts/slideLayout414.xml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4.xml"/><Relationship Id="rId13" Type="http://schemas.openxmlformats.org/officeDocument/2006/relationships/slideLayout" Target="../slideLayouts/slideLayout429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419.xml"/><Relationship Id="rId7" Type="http://schemas.openxmlformats.org/officeDocument/2006/relationships/slideLayout" Target="../slideLayouts/slideLayout423.xml"/><Relationship Id="rId12" Type="http://schemas.openxmlformats.org/officeDocument/2006/relationships/slideLayout" Target="../slideLayouts/slideLayout428.xml"/><Relationship Id="rId17" Type="http://schemas.openxmlformats.org/officeDocument/2006/relationships/theme" Target="../theme/theme27.xml"/><Relationship Id="rId2" Type="http://schemas.openxmlformats.org/officeDocument/2006/relationships/slideLayout" Target="../slideLayouts/slideLayout418.xml"/><Relationship Id="rId16" Type="http://schemas.openxmlformats.org/officeDocument/2006/relationships/slideLayout" Target="../slideLayouts/slideLayout432.xml"/><Relationship Id="rId1" Type="http://schemas.openxmlformats.org/officeDocument/2006/relationships/slideLayout" Target="../slideLayouts/slideLayout417.xml"/><Relationship Id="rId6" Type="http://schemas.openxmlformats.org/officeDocument/2006/relationships/slideLayout" Target="../slideLayouts/slideLayout422.xml"/><Relationship Id="rId11" Type="http://schemas.openxmlformats.org/officeDocument/2006/relationships/slideLayout" Target="../slideLayouts/slideLayout427.xml"/><Relationship Id="rId5" Type="http://schemas.openxmlformats.org/officeDocument/2006/relationships/slideLayout" Target="../slideLayouts/slideLayout421.xml"/><Relationship Id="rId15" Type="http://schemas.openxmlformats.org/officeDocument/2006/relationships/slideLayout" Target="../slideLayouts/slideLayout431.xml"/><Relationship Id="rId10" Type="http://schemas.openxmlformats.org/officeDocument/2006/relationships/slideLayout" Target="../slideLayouts/slideLayout426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20.xml"/><Relationship Id="rId9" Type="http://schemas.openxmlformats.org/officeDocument/2006/relationships/slideLayout" Target="../slideLayouts/slideLayout425.xml"/><Relationship Id="rId14" Type="http://schemas.openxmlformats.org/officeDocument/2006/relationships/slideLayout" Target="../slideLayouts/slideLayout430.xml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0.xml"/><Relationship Id="rId13" Type="http://schemas.openxmlformats.org/officeDocument/2006/relationships/slideLayout" Target="../slideLayouts/slideLayout445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435.xml"/><Relationship Id="rId7" Type="http://schemas.openxmlformats.org/officeDocument/2006/relationships/slideLayout" Target="../slideLayouts/slideLayout439.xml"/><Relationship Id="rId12" Type="http://schemas.openxmlformats.org/officeDocument/2006/relationships/slideLayout" Target="../slideLayouts/slideLayout444.xml"/><Relationship Id="rId17" Type="http://schemas.openxmlformats.org/officeDocument/2006/relationships/theme" Target="../theme/theme28.xml"/><Relationship Id="rId2" Type="http://schemas.openxmlformats.org/officeDocument/2006/relationships/slideLayout" Target="../slideLayouts/slideLayout434.xml"/><Relationship Id="rId16" Type="http://schemas.openxmlformats.org/officeDocument/2006/relationships/slideLayout" Target="../slideLayouts/slideLayout448.xml"/><Relationship Id="rId1" Type="http://schemas.openxmlformats.org/officeDocument/2006/relationships/slideLayout" Target="../slideLayouts/slideLayout433.xml"/><Relationship Id="rId6" Type="http://schemas.openxmlformats.org/officeDocument/2006/relationships/slideLayout" Target="../slideLayouts/slideLayout438.xml"/><Relationship Id="rId11" Type="http://schemas.openxmlformats.org/officeDocument/2006/relationships/slideLayout" Target="../slideLayouts/slideLayout443.xml"/><Relationship Id="rId5" Type="http://schemas.openxmlformats.org/officeDocument/2006/relationships/slideLayout" Target="../slideLayouts/slideLayout437.xml"/><Relationship Id="rId15" Type="http://schemas.openxmlformats.org/officeDocument/2006/relationships/slideLayout" Target="../slideLayouts/slideLayout447.xml"/><Relationship Id="rId10" Type="http://schemas.openxmlformats.org/officeDocument/2006/relationships/slideLayout" Target="../slideLayouts/slideLayout442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36.xml"/><Relationship Id="rId9" Type="http://schemas.openxmlformats.org/officeDocument/2006/relationships/slideLayout" Target="../slideLayouts/slideLayout441.xml"/><Relationship Id="rId14" Type="http://schemas.openxmlformats.org/officeDocument/2006/relationships/slideLayout" Target="../slideLayouts/slideLayout446.xml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6.xml"/><Relationship Id="rId13" Type="http://schemas.openxmlformats.org/officeDocument/2006/relationships/slideLayout" Target="../slideLayouts/slideLayout461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451.xml"/><Relationship Id="rId7" Type="http://schemas.openxmlformats.org/officeDocument/2006/relationships/slideLayout" Target="../slideLayouts/slideLayout455.xml"/><Relationship Id="rId12" Type="http://schemas.openxmlformats.org/officeDocument/2006/relationships/slideLayout" Target="../slideLayouts/slideLayout460.xml"/><Relationship Id="rId17" Type="http://schemas.openxmlformats.org/officeDocument/2006/relationships/theme" Target="../theme/theme29.xml"/><Relationship Id="rId2" Type="http://schemas.openxmlformats.org/officeDocument/2006/relationships/slideLayout" Target="../slideLayouts/slideLayout450.xml"/><Relationship Id="rId16" Type="http://schemas.openxmlformats.org/officeDocument/2006/relationships/slideLayout" Target="../slideLayouts/slideLayout464.xml"/><Relationship Id="rId1" Type="http://schemas.openxmlformats.org/officeDocument/2006/relationships/slideLayout" Target="../slideLayouts/slideLayout449.xml"/><Relationship Id="rId6" Type="http://schemas.openxmlformats.org/officeDocument/2006/relationships/slideLayout" Target="../slideLayouts/slideLayout454.xml"/><Relationship Id="rId11" Type="http://schemas.openxmlformats.org/officeDocument/2006/relationships/slideLayout" Target="../slideLayouts/slideLayout459.xml"/><Relationship Id="rId5" Type="http://schemas.openxmlformats.org/officeDocument/2006/relationships/slideLayout" Target="../slideLayouts/slideLayout453.xml"/><Relationship Id="rId15" Type="http://schemas.openxmlformats.org/officeDocument/2006/relationships/slideLayout" Target="../slideLayouts/slideLayout463.xml"/><Relationship Id="rId10" Type="http://schemas.openxmlformats.org/officeDocument/2006/relationships/slideLayout" Target="../slideLayouts/slideLayout458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52.xml"/><Relationship Id="rId9" Type="http://schemas.openxmlformats.org/officeDocument/2006/relationships/slideLayout" Target="../slideLayouts/slideLayout457.xml"/><Relationship Id="rId14" Type="http://schemas.openxmlformats.org/officeDocument/2006/relationships/slideLayout" Target="../slideLayouts/slideLayout462.xml"/></Relationships>
</file>

<file path=ppt/slideMasters/_rels/slideMaster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2.xml"/><Relationship Id="rId13" Type="http://schemas.openxmlformats.org/officeDocument/2006/relationships/slideLayout" Target="../slideLayouts/slideLayout477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467.xml"/><Relationship Id="rId7" Type="http://schemas.openxmlformats.org/officeDocument/2006/relationships/slideLayout" Target="../slideLayouts/slideLayout471.xml"/><Relationship Id="rId12" Type="http://schemas.openxmlformats.org/officeDocument/2006/relationships/slideLayout" Target="../slideLayouts/slideLayout476.xml"/><Relationship Id="rId17" Type="http://schemas.openxmlformats.org/officeDocument/2006/relationships/theme" Target="../theme/theme30.xml"/><Relationship Id="rId2" Type="http://schemas.openxmlformats.org/officeDocument/2006/relationships/slideLayout" Target="../slideLayouts/slideLayout466.xml"/><Relationship Id="rId16" Type="http://schemas.openxmlformats.org/officeDocument/2006/relationships/slideLayout" Target="../slideLayouts/slideLayout480.xml"/><Relationship Id="rId1" Type="http://schemas.openxmlformats.org/officeDocument/2006/relationships/slideLayout" Target="../slideLayouts/slideLayout465.xml"/><Relationship Id="rId6" Type="http://schemas.openxmlformats.org/officeDocument/2006/relationships/slideLayout" Target="../slideLayouts/slideLayout470.xml"/><Relationship Id="rId11" Type="http://schemas.openxmlformats.org/officeDocument/2006/relationships/slideLayout" Target="../slideLayouts/slideLayout475.xml"/><Relationship Id="rId5" Type="http://schemas.openxmlformats.org/officeDocument/2006/relationships/slideLayout" Target="../slideLayouts/slideLayout469.xml"/><Relationship Id="rId15" Type="http://schemas.openxmlformats.org/officeDocument/2006/relationships/slideLayout" Target="../slideLayouts/slideLayout479.xml"/><Relationship Id="rId10" Type="http://schemas.openxmlformats.org/officeDocument/2006/relationships/slideLayout" Target="../slideLayouts/slideLayout474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68.xml"/><Relationship Id="rId9" Type="http://schemas.openxmlformats.org/officeDocument/2006/relationships/slideLayout" Target="../slideLayouts/slideLayout473.xml"/><Relationship Id="rId14" Type="http://schemas.openxmlformats.org/officeDocument/2006/relationships/slideLayout" Target="../slideLayouts/slideLayout478.xml"/></Relationships>
</file>

<file path=ppt/slideMasters/_rels/slideMaster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8.xml"/><Relationship Id="rId13" Type="http://schemas.openxmlformats.org/officeDocument/2006/relationships/slideLayout" Target="../slideLayouts/slideLayout49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483.xml"/><Relationship Id="rId7" Type="http://schemas.openxmlformats.org/officeDocument/2006/relationships/slideLayout" Target="../slideLayouts/slideLayout487.xml"/><Relationship Id="rId12" Type="http://schemas.openxmlformats.org/officeDocument/2006/relationships/slideLayout" Target="../slideLayouts/slideLayout492.xml"/><Relationship Id="rId17" Type="http://schemas.openxmlformats.org/officeDocument/2006/relationships/theme" Target="../theme/theme31.xml"/><Relationship Id="rId2" Type="http://schemas.openxmlformats.org/officeDocument/2006/relationships/slideLayout" Target="../slideLayouts/slideLayout482.xml"/><Relationship Id="rId16" Type="http://schemas.openxmlformats.org/officeDocument/2006/relationships/slideLayout" Target="../slideLayouts/slideLayout496.xml"/><Relationship Id="rId1" Type="http://schemas.openxmlformats.org/officeDocument/2006/relationships/slideLayout" Target="../slideLayouts/slideLayout481.xml"/><Relationship Id="rId6" Type="http://schemas.openxmlformats.org/officeDocument/2006/relationships/slideLayout" Target="../slideLayouts/slideLayout486.xml"/><Relationship Id="rId11" Type="http://schemas.openxmlformats.org/officeDocument/2006/relationships/slideLayout" Target="../slideLayouts/slideLayout491.xml"/><Relationship Id="rId5" Type="http://schemas.openxmlformats.org/officeDocument/2006/relationships/slideLayout" Target="../slideLayouts/slideLayout485.xml"/><Relationship Id="rId15" Type="http://schemas.openxmlformats.org/officeDocument/2006/relationships/slideLayout" Target="../slideLayouts/slideLayout495.xml"/><Relationship Id="rId10" Type="http://schemas.openxmlformats.org/officeDocument/2006/relationships/slideLayout" Target="../slideLayouts/slideLayout49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84.xml"/><Relationship Id="rId9" Type="http://schemas.openxmlformats.org/officeDocument/2006/relationships/slideLayout" Target="../slideLayouts/slideLayout489.xml"/><Relationship Id="rId14" Type="http://schemas.openxmlformats.org/officeDocument/2006/relationships/slideLayout" Target="../slideLayouts/slideLayout494.xml"/></Relationships>
</file>

<file path=ppt/slideMasters/_rels/slideMaster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4.xml"/><Relationship Id="rId13" Type="http://schemas.openxmlformats.org/officeDocument/2006/relationships/slideLayout" Target="../slideLayouts/slideLayout509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499.xml"/><Relationship Id="rId7" Type="http://schemas.openxmlformats.org/officeDocument/2006/relationships/slideLayout" Target="../slideLayouts/slideLayout503.xml"/><Relationship Id="rId12" Type="http://schemas.openxmlformats.org/officeDocument/2006/relationships/slideLayout" Target="../slideLayouts/slideLayout508.xml"/><Relationship Id="rId17" Type="http://schemas.openxmlformats.org/officeDocument/2006/relationships/theme" Target="../theme/theme32.xml"/><Relationship Id="rId2" Type="http://schemas.openxmlformats.org/officeDocument/2006/relationships/slideLayout" Target="../slideLayouts/slideLayout498.xml"/><Relationship Id="rId16" Type="http://schemas.openxmlformats.org/officeDocument/2006/relationships/slideLayout" Target="../slideLayouts/slideLayout512.xml"/><Relationship Id="rId1" Type="http://schemas.openxmlformats.org/officeDocument/2006/relationships/slideLayout" Target="../slideLayouts/slideLayout497.xml"/><Relationship Id="rId6" Type="http://schemas.openxmlformats.org/officeDocument/2006/relationships/slideLayout" Target="../slideLayouts/slideLayout502.xml"/><Relationship Id="rId11" Type="http://schemas.openxmlformats.org/officeDocument/2006/relationships/slideLayout" Target="../slideLayouts/slideLayout507.xml"/><Relationship Id="rId5" Type="http://schemas.openxmlformats.org/officeDocument/2006/relationships/slideLayout" Target="../slideLayouts/slideLayout501.xml"/><Relationship Id="rId15" Type="http://schemas.openxmlformats.org/officeDocument/2006/relationships/slideLayout" Target="../slideLayouts/slideLayout511.xml"/><Relationship Id="rId10" Type="http://schemas.openxmlformats.org/officeDocument/2006/relationships/slideLayout" Target="../slideLayouts/slideLayout506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500.xml"/><Relationship Id="rId9" Type="http://schemas.openxmlformats.org/officeDocument/2006/relationships/slideLayout" Target="../slideLayouts/slideLayout505.xml"/><Relationship Id="rId14" Type="http://schemas.openxmlformats.org/officeDocument/2006/relationships/slideLayout" Target="../slideLayouts/slideLayout510.xml"/></Relationships>
</file>

<file path=ppt/slideMasters/_rels/slideMaster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0.xml"/><Relationship Id="rId13" Type="http://schemas.openxmlformats.org/officeDocument/2006/relationships/slideLayout" Target="../slideLayouts/slideLayout525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515.xml"/><Relationship Id="rId7" Type="http://schemas.openxmlformats.org/officeDocument/2006/relationships/slideLayout" Target="../slideLayouts/slideLayout519.xml"/><Relationship Id="rId12" Type="http://schemas.openxmlformats.org/officeDocument/2006/relationships/slideLayout" Target="../slideLayouts/slideLayout524.xml"/><Relationship Id="rId17" Type="http://schemas.openxmlformats.org/officeDocument/2006/relationships/theme" Target="../theme/theme33.xml"/><Relationship Id="rId2" Type="http://schemas.openxmlformats.org/officeDocument/2006/relationships/slideLayout" Target="../slideLayouts/slideLayout514.xml"/><Relationship Id="rId16" Type="http://schemas.openxmlformats.org/officeDocument/2006/relationships/slideLayout" Target="../slideLayouts/slideLayout528.xml"/><Relationship Id="rId1" Type="http://schemas.openxmlformats.org/officeDocument/2006/relationships/slideLayout" Target="../slideLayouts/slideLayout513.xml"/><Relationship Id="rId6" Type="http://schemas.openxmlformats.org/officeDocument/2006/relationships/slideLayout" Target="../slideLayouts/slideLayout518.xml"/><Relationship Id="rId11" Type="http://schemas.openxmlformats.org/officeDocument/2006/relationships/slideLayout" Target="../slideLayouts/slideLayout523.xml"/><Relationship Id="rId5" Type="http://schemas.openxmlformats.org/officeDocument/2006/relationships/slideLayout" Target="../slideLayouts/slideLayout517.xml"/><Relationship Id="rId15" Type="http://schemas.openxmlformats.org/officeDocument/2006/relationships/slideLayout" Target="../slideLayouts/slideLayout527.xml"/><Relationship Id="rId10" Type="http://schemas.openxmlformats.org/officeDocument/2006/relationships/slideLayout" Target="../slideLayouts/slideLayout522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516.xml"/><Relationship Id="rId9" Type="http://schemas.openxmlformats.org/officeDocument/2006/relationships/slideLayout" Target="../slideLayouts/slideLayout521.xml"/><Relationship Id="rId14" Type="http://schemas.openxmlformats.org/officeDocument/2006/relationships/slideLayout" Target="../slideLayouts/slideLayout526.xml"/></Relationships>
</file>

<file path=ppt/slideMasters/_rels/slideMaster3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6.xml"/><Relationship Id="rId13" Type="http://schemas.openxmlformats.org/officeDocument/2006/relationships/slideLayout" Target="../slideLayouts/slideLayout541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531.xml"/><Relationship Id="rId7" Type="http://schemas.openxmlformats.org/officeDocument/2006/relationships/slideLayout" Target="../slideLayouts/slideLayout535.xml"/><Relationship Id="rId12" Type="http://schemas.openxmlformats.org/officeDocument/2006/relationships/slideLayout" Target="../slideLayouts/slideLayout540.xml"/><Relationship Id="rId17" Type="http://schemas.openxmlformats.org/officeDocument/2006/relationships/theme" Target="../theme/theme34.xml"/><Relationship Id="rId2" Type="http://schemas.openxmlformats.org/officeDocument/2006/relationships/slideLayout" Target="../slideLayouts/slideLayout530.xml"/><Relationship Id="rId16" Type="http://schemas.openxmlformats.org/officeDocument/2006/relationships/slideLayout" Target="../slideLayouts/slideLayout544.xml"/><Relationship Id="rId1" Type="http://schemas.openxmlformats.org/officeDocument/2006/relationships/slideLayout" Target="../slideLayouts/slideLayout529.xml"/><Relationship Id="rId6" Type="http://schemas.openxmlformats.org/officeDocument/2006/relationships/slideLayout" Target="../slideLayouts/slideLayout534.xml"/><Relationship Id="rId11" Type="http://schemas.openxmlformats.org/officeDocument/2006/relationships/slideLayout" Target="../slideLayouts/slideLayout539.xml"/><Relationship Id="rId5" Type="http://schemas.openxmlformats.org/officeDocument/2006/relationships/slideLayout" Target="../slideLayouts/slideLayout533.xml"/><Relationship Id="rId15" Type="http://schemas.openxmlformats.org/officeDocument/2006/relationships/slideLayout" Target="../slideLayouts/slideLayout543.xml"/><Relationship Id="rId10" Type="http://schemas.openxmlformats.org/officeDocument/2006/relationships/slideLayout" Target="../slideLayouts/slideLayout538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532.xml"/><Relationship Id="rId9" Type="http://schemas.openxmlformats.org/officeDocument/2006/relationships/slideLayout" Target="../slideLayouts/slideLayout537.xml"/><Relationship Id="rId14" Type="http://schemas.openxmlformats.org/officeDocument/2006/relationships/slideLayout" Target="../slideLayouts/slideLayout542.xml"/></Relationships>
</file>

<file path=ppt/slideMasters/_rels/slideMaster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2.xml"/><Relationship Id="rId13" Type="http://schemas.openxmlformats.org/officeDocument/2006/relationships/slideLayout" Target="../slideLayouts/slideLayout557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547.xml"/><Relationship Id="rId7" Type="http://schemas.openxmlformats.org/officeDocument/2006/relationships/slideLayout" Target="../slideLayouts/slideLayout551.xml"/><Relationship Id="rId12" Type="http://schemas.openxmlformats.org/officeDocument/2006/relationships/slideLayout" Target="../slideLayouts/slideLayout556.xml"/><Relationship Id="rId17" Type="http://schemas.openxmlformats.org/officeDocument/2006/relationships/theme" Target="../theme/theme35.xml"/><Relationship Id="rId2" Type="http://schemas.openxmlformats.org/officeDocument/2006/relationships/slideLayout" Target="../slideLayouts/slideLayout546.xml"/><Relationship Id="rId16" Type="http://schemas.openxmlformats.org/officeDocument/2006/relationships/slideLayout" Target="../slideLayouts/slideLayout560.xml"/><Relationship Id="rId1" Type="http://schemas.openxmlformats.org/officeDocument/2006/relationships/slideLayout" Target="../slideLayouts/slideLayout545.xml"/><Relationship Id="rId6" Type="http://schemas.openxmlformats.org/officeDocument/2006/relationships/slideLayout" Target="../slideLayouts/slideLayout550.xml"/><Relationship Id="rId11" Type="http://schemas.openxmlformats.org/officeDocument/2006/relationships/slideLayout" Target="../slideLayouts/slideLayout555.xml"/><Relationship Id="rId5" Type="http://schemas.openxmlformats.org/officeDocument/2006/relationships/slideLayout" Target="../slideLayouts/slideLayout549.xml"/><Relationship Id="rId15" Type="http://schemas.openxmlformats.org/officeDocument/2006/relationships/slideLayout" Target="../slideLayouts/slideLayout559.xml"/><Relationship Id="rId10" Type="http://schemas.openxmlformats.org/officeDocument/2006/relationships/slideLayout" Target="../slideLayouts/slideLayout554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548.xml"/><Relationship Id="rId9" Type="http://schemas.openxmlformats.org/officeDocument/2006/relationships/slideLayout" Target="../slideLayouts/slideLayout553.xml"/><Relationship Id="rId14" Type="http://schemas.openxmlformats.org/officeDocument/2006/relationships/slideLayout" Target="../slideLayouts/slideLayout558.xml"/></Relationships>
</file>

<file path=ppt/slideMasters/_rels/slideMaster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8.xml"/><Relationship Id="rId13" Type="http://schemas.openxmlformats.org/officeDocument/2006/relationships/slideLayout" Target="../slideLayouts/slideLayout57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563.xml"/><Relationship Id="rId7" Type="http://schemas.openxmlformats.org/officeDocument/2006/relationships/slideLayout" Target="../slideLayouts/slideLayout567.xml"/><Relationship Id="rId12" Type="http://schemas.openxmlformats.org/officeDocument/2006/relationships/slideLayout" Target="../slideLayouts/slideLayout572.xml"/><Relationship Id="rId17" Type="http://schemas.openxmlformats.org/officeDocument/2006/relationships/theme" Target="../theme/theme36.xml"/><Relationship Id="rId2" Type="http://schemas.openxmlformats.org/officeDocument/2006/relationships/slideLayout" Target="../slideLayouts/slideLayout562.xml"/><Relationship Id="rId16" Type="http://schemas.openxmlformats.org/officeDocument/2006/relationships/slideLayout" Target="../slideLayouts/slideLayout576.xml"/><Relationship Id="rId1" Type="http://schemas.openxmlformats.org/officeDocument/2006/relationships/slideLayout" Target="../slideLayouts/slideLayout561.xml"/><Relationship Id="rId6" Type="http://schemas.openxmlformats.org/officeDocument/2006/relationships/slideLayout" Target="../slideLayouts/slideLayout566.xml"/><Relationship Id="rId11" Type="http://schemas.openxmlformats.org/officeDocument/2006/relationships/slideLayout" Target="../slideLayouts/slideLayout571.xml"/><Relationship Id="rId5" Type="http://schemas.openxmlformats.org/officeDocument/2006/relationships/slideLayout" Target="../slideLayouts/slideLayout565.xml"/><Relationship Id="rId15" Type="http://schemas.openxmlformats.org/officeDocument/2006/relationships/slideLayout" Target="../slideLayouts/slideLayout575.xml"/><Relationship Id="rId10" Type="http://schemas.openxmlformats.org/officeDocument/2006/relationships/slideLayout" Target="../slideLayouts/slideLayout57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564.xml"/><Relationship Id="rId9" Type="http://schemas.openxmlformats.org/officeDocument/2006/relationships/slideLayout" Target="../slideLayouts/slideLayout569.xml"/><Relationship Id="rId14" Type="http://schemas.openxmlformats.org/officeDocument/2006/relationships/slideLayout" Target="../slideLayouts/slideLayout574.xml"/></Relationships>
</file>

<file path=ppt/slideMasters/_rels/slideMaster3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4.xml"/><Relationship Id="rId13" Type="http://schemas.openxmlformats.org/officeDocument/2006/relationships/slideLayout" Target="../slideLayouts/slideLayout589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579.xml"/><Relationship Id="rId7" Type="http://schemas.openxmlformats.org/officeDocument/2006/relationships/slideLayout" Target="../slideLayouts/slideLayout583.xml"/><Relationship Id="rId12" Type="http://schemas.openxmlformats.org/officeDocument/2006/relationships/slideLayout" Target="../slideLayouts/slideLayout588.xml"/><Relationship Id="rId17" Type="http://schemas.openxmlformats.org/officeDocument/2006/relationships/theme" Target="../theme/theme37.xml"/><Relationship Id="rId2" Type="http://schemas.openxmlformats.org/officeDocument/2006/relationships/slideLayout" Target="../slideLayouts/slideLayout578.xml"/><Relationship Id="rId16" Type="http://schemas.openxmlformats.org/officeDocument/2006/relationships/slideLayout" Target="../slideLayouts/slideLayout592.xml"/><Relationship Id="rId1" Type="http://schemas.openxmlformats.org/officeDocument/2006/relationships/slideLayout" Target="../slideLayouts/slideLayout577.xml"/><Relationship Id="rId6" Type="http://schemas.openxmlformats.org/officeDocument/2006/relationships/slideLayout" Target="../slideLayouts/slideLayout582.xml"/><Relationship Id="rId11" Type="http://schemas.openxmlformats.org/officeDocument/2006/relationships/slideLayout" Target="../slideLayouts/slideLayout587.xml"/><Relationship Id="rId5" Type="http://schemas.openxmlformats.org/officeDocument/2006/relationships/slideLayout" Target="../slideLayouts/slideLayout581.xml"/><Relationship Id="rId15" Type="http://schemas.openxmlformats.org/officeDocument/2006/relationships/slideLayout" Target="../slideLayouts/slideLayout591.xml"/><Relationship Id="rId10" Type="http://schemas.openxmlformats.org/officeDocument/2006/relationships/slideLayout" Target="../slideLayouts/slideLayout586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580.xml"/><Relationship Id="rId9" Type="http://schemas.openxmlformats.org/officeDocument/2006/relationships/slideLayout" Target="../slideLayouts/slideLayout585.xml"/><Relationship Id="rId14" Type="http://schemas.openxmlformats.org/officeDocument/2006/relationships/slideLayout" Target="../slideLayouts/slideLayout590.xml"/></Relationships>
</file>

<file path=ppt/slideMasters/_rels/slideMaster3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0.xml"/><Relationship Id="rId13" Type="http://schemas.openxmlformats.org/officeDocument/2006/relationships/slideLayout" Target="../slideLayouts/slideLayout605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595.xml"/><Relationship Id="rId7" Type="http://schemas.openxmlformats.org/officeDocument/2006/relationships/slideLayout" Target="../slideLayouts/slideLayout599.xml"/><Relationship Id="rId12" Type="http://schemas.openxmlformats.org/officeDocument/2006/relationships/slideLayout" Target="../slideLayouts/slideLayout604.xml"/><Relationship Id="rId17" Type="http://schemas.openxmlformats.org/officeDocument/2006/relationships/theme" Target="../theme/theme38.xml"/><Relationship Id="rId2" Type="http://schemas.openxmlformats.org/officeDocument/2006/relationships/slideLayout" Target="../slideLayouts/slideLayout594.xml"/><Relationship Id="rId16" Type="http://schemas.openxmlformats.org/officeDocument/2006/relationships/slideLayout" Target="../slideLayouts/slideLayout608.xml"/><Relationship Id="rId1" Type="http://schemas.openxmlformats.org/officeDocument/2006/relationships/slideLayout" Target="../slideLayouts/slideLayout593.xml"/><Relationship Id="rId6" Type="http://schemas.openxmlformats.org/officeDocument/2006/relationships/slideLayout" Target="../slideLayouts/slideLayout598.xml"/><Relationship Id="rId11" Type="http://schemas.openxmlformats.org/officeDocument/2006/relationships/slideLayout" Target="../slideLayouts/slideLayout603.xml"/><Relationship Id="rId5" Type="http://schemas.openxmlformats.org/officeDocument/2006/relationships/slideLayout" Target="../slideLayouts/slideLayout597.xml"/><Relationship Id="rId15" Type="http://schemas.openxmlformats.org/officeDocument/2006/relationships/slideLayout" Target="../slideLayouts/slideLayout607.xml"/><Relationship Id="rId10" Type="http://schemas.openxmlformats.org/officeDocument/2006/relationships/slideLayout" Target="../slideLayouts/slideLayout602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596.xml"/><Relationship Id="rId9" Type="http://schemas.openxmlformats.org/officeDocument/2006/relationships/slideLayout" Target="../slideLayouts/slideLayout601.xml"/><Relationship Id="rId14" Type="http://schemas.openxmlformats.org/officeDocument/2006/relationships/slideLayout" Target="../slideLayouts/slideLayout606.xml"/></Relationships>
</file>

<file path=ppt/slideMasters/_rels/slideMaster3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6.xml"/><Relationship Id="rId13" Type="http://schemas.openxmlformats.org/officeDocument/2006/relationships/slideLayout" Target="../slideLayouts/slideLayout621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611.xml"/><Relationship Id="rId7" Type="http://schemas.openxmlformats.org/officeDocument/2006/relationships/slideLayout" Target="../slideLayouts/slideLayout615.xml"/><Relationship Id="rId12" Type="http://schemas.openxmlformats.org/officeDocument/2006/relationships/slideLayout" Target="../slideLayouts/slideLayout620.xml"/><Relationship Id="rId17" Type="http://schemas.openxmlformats.org/officeDocument/2006/relationships/theme" Target="../theme/theme39.xml"/><Relationship Id="rId2" Type="http://schemas.openxmlformats.org/officeDocument/2006/relationships/slideLayout" Target="../slideLayouts/slideLayout610.xml"/><Relationship Id="rId16" Type="http://schemas.openxmlformats.org/officeDocument/2006/relationships/slideLayout" Target="../slideLayouts/slideLayout624.xml"/><Relationship Id="rId1" Type="http://schemas.openxmlformats.org/officeDocument/2006/relationships/slideLayout" Target="../slideLayouts/slideLayout609.xml"/><Relationship Id="rId6" Type="http://schemas.openxmlformats.org/officeDocument/2006/relationships/slideLayout" Target="../slideLayouts/slideLayout614.xml"/><Relationship Id="rId11" Type="http://schemas.openxmlformats.org/officeDocument/2006/relationships/slideLayout" Target="../slideLayouts/slideLayout619.xml"/><Relationship Id="rId5" Type="http://schemas.openxmlformats.org/officeDocument/2006/relationships/slideLayout" Target="../slideLayouts/slideLayout613.xml"/><Relationship Id="rId15" Type="http://schemas.openxmlformats.org/officeDocument/2006/relationships/slideLayout" Target="../slideLayouts/slideLayout623.xml"/><Relationship Id="rId10" Type="http://schemas.openxmlformats.org/officeDocument/2006/relationships/slideLayout" Target="../slideLayouts/slideLayout618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612.xml"/><Relationship Id="rId9" Type="http://schemas.openxmlformats.org/officeDocument/2006/relationships/slideLayout" Target="../slideLayouts/slideLayout617.xml"/><Relationship Id="rId14" Type="http://schemas.openxmlformats.org/officeDocument/2006/relationships/slideLayout" Target="../slideLayouts/slideLayout622.xml"/></Relationships>
</file>

<file path=ppt/slideMasters/_rels/slideMaster4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2.xml"/><Relationship Id="rId13" Type="http://schemas.openxmlformats.org/officeDocument/2006/relationships/slideLayout" Target="../slideLayouts/slideLayout637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627.xml"/><Relationship Id="rId7" Type="http://schemas.openxmlformats.org/officeDocument/2006/relationships/slideLayout" Target="../slideLayouts/slideLayout631.xml"/><Relationship Id="rId12" Type="http://schemas.openxmlformats.org/officeDocument/2006/relationships/slideLayout" Target="../slideLayouts/slideLayout636.xml"/><Relationship Id="rId17" Type="http://schemas.openxmlformats.org/officeDocument/2006/relationships/theme" Target="../theme/theme40.xml"/><Relationship Id="rId2" Type="http://schemas.openxmlformats.org/officeDocument/2006/relationships/slideLayout" Target="../slideLayouts/slideLayout626.xml"/><Relationship Id="rId16" Type="http://schemas.openxmlformats.org/officeDocument/2006/relationships/slideLayout" Target="../slideLayouts/slideLayout640.xml"/><Relationship Id="rId1" Type="http://schemas.openxmlformats.org/officeDocument/2006/relationships/slideLayout" Target="../slideLayouts/slideLayout625.xml"/><Relationship Id="rId6" Type="http://schemas.openxmlformats.org/officeDocument/2006/relationships/slideLayout" Target="../slideLayouts/slideLayout630.xml"/><Relationship Id="rId11" Type="http://schemas.openxmlformats.org/officeDocument/2006/relationships/slideLayout" Target="../slideLayouts/slideLayout635.xml"/><Relationship Id="rId5" Type="http://schemas.openxmlformats.org/officeDocument/2006/relationships/slideLayout" Target="../slideLayouts/slideLayout629.xml"/><Relationship Id="rId15" Type="http://schemas.openxmlformats.org/officeDocument/2006/relationships/slideLayout" Target="../slideLayouts/slideLayout639.xml"/><Relationship Id="rId10" Type="http://schemas.openxmlformats.org/officeDocument/2006/relationships/slideLayout" Target="../slideLayouts/slideLayout634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628.xml"/><Relationship Id="rId9" Type="http://schemas.openxmlformats.org/officeDocument/2006/relationships/slideLayout" Target="../slideLayouts/slideLayout633.xml"/><Relationship Id="rId14" Type="http://schemas.openxmlformats.org/officeDocument/2006/relationships/slideLayout" Target="../slideLayouts/slideLayout638.xml"/></Relationships>
</file>

<file path=ppt/slideMasters/_rels/slideMaster4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8.xml"/><Relationship Id="rId13" Type="http://schemas.openxmlformats.org/officeDocument/2006/relationships/slideLayout" Target="../slideLayouts/slideLayout65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643.xml"/><Relationship Id="rId7" Type="http://schemas.openxmlformats.org/officeDocument/2006/relationships/slideLayout" Target="../slideLayouts/slideLayout647.xml"/><Relationship Id="rId12" Type="http://schemas.openxmlformats.org/officeDocument/2006/relationships/slideLayout" Target="../slideLayouts/slideLayout652.xml"/><Relationship Id="rId17" Type="http://schemas.openxmlformats.org/officeDocument/2006/relationships/theme" Target="../theme/theme41.xml"/><Relationship Id="rId2" Type="http://schemas.openxmlformats.org/officeDocument/2006/relationships/slideLayout" Target="../slideLayouts/slideLayout642.xml"/><Relationship Id="rId16" Type="http://schemas.openxmlformats.org/officeDocument/2006/relationships/slideLayout" Target="../slideLayouts/slideLayout656.xml"/><Relationship Id="rId1" Type="http://schemas.openxmlformats.org/officeDocument/2006/relationships/slideLayout" Target="../slideLayouts/slideLayout641.xml"/><Relationship Id="rId6" Type="http://schemas.openxmlformats.org/officeDocument/2006/relationships/slideLayout" Target="../slideLayouts/slideLayout646.xml"/><Relationship Id="rId11" Type="http://schemas.openxmlformats.org/officeDocument/2006/relationships/slideLayout" Target="../slideLayouts/slideLayout651.xml"/><Relationship Id="rId5" Type="http://schemas.openxmlformats.org/officeDocument/2006/relationships/slideLayout" Target="../slideLayouts/slideLayout645.xml"/><Relationship Id="rId15" Type="http://schemas.openxmlformats.org/officeDocument/2006/relationships/slideLayout" Target="../slideLayouts/slideLayout655.xml"/><Relationship Id="rId10" Type="http://schemas.openxmlformats.org/officeDocument/2006/relationships/slideLayout" Target="../slideLayouts/slideLayout65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644.xml"/><Relationship Id="rId9" Type="http://schemas.openxmlformats.org/officeDocument/2006/relationships/slideLayout" Target="../slideLayouts/slideLayout649.xml"/><Relationship Id="rId14" Type="http://schemas.openxmlformats.org/officeDocument/2006/relationships/slideLayout" Target="../slideLayouts/slideLayout654.xml"/></Relationships>
</file>

<file path=ppt/slideMasters/_rels/slideMaster4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4.xml"/><Relationship Id="rId13" Type="http://schemas.openxmlformats.org/officeDocument/2006/relationships/slideLayout" Target="../slideLayouts/slideLayout669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659.xml"/><Relationship Id="rId7" Type="http://schemas.openxmlformats.org/officeDocument/2006/relationships/slideLayout" Target="../slideLayouts/slideLayout663.xml"/><Relationship Id="rId12" Type="http://schemas.openxmlformats.org/officeDocument/2006/relationships/slideLayout" Target="../slideLayouts/slideLayout668.xml"/><Relationship Id="rId17" Type="http://schemas.openxmlformats.org/officeDocument/2006/relationships/theme" Target="../theme/theme42.xml"/><Relationship Id="rId2" Type="http://schemas.openxmlformats.org/officeDocument/2006/relationships/slideLayout" Target="../slideLayouts/slideLayout658.xml"/><Relationship Id="rId16" Type="http://schemas.openxmlformats.org/officeDocument/2006/relationships/slideLayout" Target="../slideLayouts/slideLayout672.xml"/><Relationship Id="rId1" Type="http://schemas.openxmlformats.org/officeDocument/2006/relationships/slideLayout" Target="../slideLayouts/slideLayout657.xml"/><Relationship Id="rId6" Type="http://schemas.openxmlformats.org/officeDocument/2006/relationships/slideLayout" Target="../slideLayouts/slideLayout662.xml"/><Relationship Id="rId11" Type="http://schemas.openxmlformats.org/officeDocument/2006/relationships/slideLayout" Target="../slideLayouts/slideLayout667.xml"/><Relationship Id="rId5" Type="http://schemas.openxmlformats.org/officeDocument/2006/relationships/slideLayout" Target="../slideLayouts/slideLayout661.xml"/><Relationship Id="rId15" Type="http://schemas.openxmlformats.org/officeDocument/2006/relationships/slideLayout" Target="../slideLayouts/slideLayout671.xml"/><Relationship Id="rId10" Type="http://schemas.openxmlformats.org/officeDocument/2006/relationships/slideLayout" Target="../slideLayouts/slideLayout666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660.xml"/><Relationship Id="rId9" Type="http://schemas.openxmlformats.org/officeDocument/2006/relationships/slideLayout" Target="../slideLayouts/slideLayout665.xml"/><Relationship Id="rId14" Type="http://schemas.openxmlformats.org/officeDocument/2006/relationships/slideLayout" Target="../slideLayouts/slideLayout670.xml"/></Relationships>
</file>

<file path=ppt/slideMasters/_rels/slideMaster4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0.xml"/><Relationship Id="rId13" Type="http://schemas.openxmlformats.org/officeDocument/2006/relationships/slideLayout" Target="../slideLayouts/slideLayout685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675.xml"/><Relationship Id="rId7" Type="http://schemas.openxmlformats.org/officeDocument/2006/relationships/slideLayout" Target="../slideLayouts/slideLayout679.xml"/><Relationship Id="rId12" Type="http://schemas.openxmlformats.org/officeDocument/2006/relationships/slideLayout" Target="../slideLayouts/slideLayout684.xml"/><Relationship Id="rId17" Type="http://schemas.openxmlformats.org/officeDocument/2006/relationships/theme" Target="../theme/theme43.xml"/><Relationship Id="rId2" Type="http://schemas.openxmlformats.org/officeDocument/2006/relationships/slideLayout" Target="../slideLayouts/slideLayout674.xml"/><Relationship Id="rId16" Type="http://schemas.openxmlformats.org/officeDocument/2006/relationships/slideLayout" Target="../slideLayouts/slideLayout688.xml"/><Relationship Id="rId1" Type="http://schemas.openxmlformats.org/officeDocument/2006/relationships/slideLayout" Target="../slideLayouts/slideLayout673.xml"/><Relationship Id="rId6" Type="http://schemas.openxmlformats.org/officeDocument/2006/relationships/slideLayout" Target="../slideLayouts/slideLayout678.xml"/><Relationship Id="rId11" Type="http://schemas.openxmlformats.org/officeDocument/2006/relationships/slideLayout" Target="../slideLayouts/slideLayout683.xml"/><Relationship Id="rId5" Type="http://schemas.openxmlformats.org/officeDocument/2006/relationships/slideLayout" Target="../slideLayouts/slideLayout677.xml"/><Relationship Id="rId15" Type="http://schemas.openxmlformats.org/officeDocument/2006/relationships/slideLayout" Target="../slideLayouts/slideLayout687.xml"/><Relationship Id="rId10" Type="http://schemas.openxmlformats.org/officeDocument/2006/relationships/slideLayout" Target="../slideLayouts/slideLayout682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676.xml"/><Relationship Id="rId9" Type="http://schemas.openxmlformats.org/officeDocument/2006/relationships/slideLayout" Target="../slideLayouts/slideLayout681.xml"/><Relationship Id="rId14" Type="http://schemas.openxmlformats.org/officeDocument/2006/relationships/slideLayout" Target="../slideLayouts/slideLayout686.xml"/></Relationships>
</file>

<file path=ppt/slideMasters/_rels/slideMaster4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6.xml"/><Relationship Id="rId13" Type="http://schemas.openxmlformats.org/officeDocument/2006/relationships/slideLayout" Target="../slideLayouts/slideLayout701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691.xml"/><Relationship Id="rId7" Type="http://schemas.openxmlformats.org/officeDocument/2006/relationships/slideLayout" Target="../slideLayouts/slideLayout695.xml"/><Relationship Id="rId12" Type="http://schemas.openxmlformats.org/officeDocument/2006/relationships/slideLayout" Target="../slideLayouts/slideLayout700.xml"/><Relationship Id="rId17" Type="http://schemas.openxmlformats.org/officeDocument/2006/relationships/theme" Target="../theme/theme44.xml"/><Relationship Id="rId2" Type="http://schemas.openxmlformats.org/officeDocument/2006/relationships/slideLayout" Target="../slideLayouts/slideLayout690.xml"/><Relationship Id="rId16" Type="http://schemas.openxmlformats.org/officeDocument/2006/relationships/slideLayout" Target="../slideLayouts/slideLayout704.xml"/><Relationship Id="rId1" Type="http://schemas.openxmlformats.org/officeDocument/2006/relationships/slideLayout" Target="../slideLayouts/slideLayout689.xml"/><Relationship Id="rId6" Type="http://schemas.openxmlformats.org/officeDocument/2006/relationships/slideLayout" Target="../slideLayouts/slideLayout694.xml"/><Relationship Id="rId11" Type="http://schemas.openxmlformats.org/officeDocument/2006/relationships/slideLayout" Target="../slideLayouts/slideLayout699.xml"/><Relationship Id="rId5" Type="http://schemas.openxmlformats.org/officeDocument/2006/relationships/slideLayout" Target="../slideLayouts/slideLayout693.xml"/><Relationship Id="rId15" Type="http://schemas.openxmlformats.org/officeDocument/2006/relationships/slideLayout" Target="../slideLayouts/slideLayout703.xml"/><Relationship Id="rId10" Type="http://schemas.openxmlformats.org/officeDocument/2006/relationships/slideLayout" Target="../slideLayouts/slideLayout698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692.xml"/><Relationship Id="rId9" Type="http://schemas.openxmlformats.org/officeDocument/2006/relationships/slideLayout" Target="../slideLayouts/slideLayout697.xml"/><Relationship Id="rId14" Type="http://schemas.openxmlformats.org/officeDocument/2006/relationships/slideLayout" Target="../slideLayouts/slideLayout702.xml"/></Relationships>
</file>

<file path=ppt/slideMasters/_rels/slideMaster4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2.xml"/><Relationship Id="rId13" Type="http://schemas.openxmlformats.org/officeDocument/2006/relationships/slideLayout" Target="../slideLayouts/slideLayout717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707.xml"/><Relationship Id="rId7" Type="http://schemas.openxmlformats.org/officeDocument/2006/relationships/slideLayout" Target="../slideLayouts/slideLayout711.xml"/><Relationship Id="rId12" Type="http://schemas.openxmlformats.org/officeDocument/2006/relationships/slideLayout" Target="../slideLayouts/slideLayout716.xml"/><Relationship Id="rId17" Type="http://schemas.openxmlformats.org/officeDocument/2006/relationships/theme" Target="../theme/theme45.xml"/><Relationship Id="rId2" Type="http://schemas.openxmlformats.org/officeDocument/2006/relationships/slideLayout" Target="../slideLayouts/slideLayout706.xml"/><Relationship Id="rId16" Type="http://schemas.openxmlformats.org/officeDocument/2006/relationships/slideLayout" Target="../slideLayouts/slideLayout720.xml"/><Relationship Id="rId1" Type="http://schemas.openxmlformats.org/officeDocument/2006/relationships/slideLayout" Target="../slideLayouts/slideLayout705.xml"/><Relationship Id="rId6" Type="http://schemas.openxmlformats.org/officeDocument/2006/relationships/slideLayout" Target="../slideLayouts/slideLayout710.xml"/><Relationship Id="rId11" Type="http://schemas.openxmlformats.org/officeDocument/2006/relationships/slideLayout" Target="../slideLayouts/slideLayout715.xml"/><Relationship Id="rId5" Type="http://schemas.openxmlformats.org/officeDocument/2006/relationships/slideLayout" Target="../slideLayouts/slideLayout709.xml"/><Relationship Id="rId15" Type="http://schemas.openxmlformats.org/officeDocument/2006/relationships/slideLayout" Target="../slideLayouts/slideLayout719.xml"/><Relationship Id="rId10" Type="http://schemas.openxmlformats.org/officeDocument/2006/relationships/slideLayout" Target="../slideLayouts/slideLayout714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708.xml"/><Relationship Id="rId9" Type="http://schemas.openxmlformats.org/officeDocument/2006/relationships/slideLayout" Target="../slideLayouts/slideLayout713.xml"/><Relationship Id="rId14" Type="http://schemas.openxmlformats.org/officeDocument/2006/relationships/slideLayout" Target="../slideLayouts/slideLayout718.xml"/></Relationships>
</file>

<file path=ppt/slideMasters/_rels/slideMaster4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8.xml"/><Relationship Id="rId13" Type="http://schemas.openxmlformats.org/officeDocument/2006/relationships/slideLayout" Target="../slideLayouts/slideLayout73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723.xml"/><Relationship Id="rId7" Type="http://schemas.openxmlformats.org/officeDocument/2006/relationships/slideLayout" Target="../slideLayouts/slideLayout727.xml"/><Relationship Id="rId12" Type="http://schemas.openxmlformats.org/officeDocument/2006/relationships/slideLayout" Target="../slideLayouts/slideLayout732.xml"/><Relationship Id="rId17" Type="http://schemas.openxmlformats.org/officeDocument/2006/relationships/theme" Target="../theme/theme46.xml"/><Relationship Id="rId2" Type="http://schemas.openxmlformats.org/officeDocument/2006/relationships/slideLayout" Target="../slideLayouts/slideLayout722.xml"/><Relationship Id="rId16" Type="http://schemas.openxmlformats.org/officeDocument/2006/relationships/slideLayout" Target="../slideLayouts/slideLayout736.xml"/><Relationship Id="rId1" Type="http://schemas.openxmlformats.org/officeDocument/2006/relationships/slideLayout" Target="../slideLayouts/slideLayout721.xml"/><Relationship Id="rId6" Type="http://schemas.openxmlformats.org/officeDocument/2006/relationships/slideLayout" Target="../slideLayouts/slideLayout726.xml"/><Relationship Id="rId11" Type="http://schemas.openxmlformats.org/officeDocument/2006/relationships/slideLayout" Target="../slideLayouts/slideLayout731.xml"/><Relationship Id="rId5" Type="http://schemas.openxmlformats.org/officeDocument/2006/relationships/slideLayout" Target="../slideLayouts/slideLayout725.xml"/><Relationship Id="rId15" Type="http://schemas.openxmlformats.org/officeDocument/2006/relationships/slideLayout" Target="../slideLayouts/slideLayout735.xml"/><Relationship Id="rId10" Type="http://schemas.openxmlformats.org/officeDocument/2006/relationships/slideLayout" Target="../slideLayouts/slideLayout73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724.xml"/><Relationship Id="rId9" Type="http://schemas.openxmlformats.org/officeDocument/2006/relationships/slideLayout" Target="../slideLayouts/slideLayout729.xml"/><Relationship Id="rId14" Type="http://schemas.openxmlformats.org/officeDocument/2006/relationships/slideLayout" Target="../slideLayouts/slideLayout734.xml"/></Relationships>
</file>

<file path=ppt/slideMasters/_rels/slideMaster4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4.xml"/><Relationship Id="rId13" Type="http://schemas.openxmlformats.org/officeDocument/2006/relationships/slideLayout" Target="../slideLayouts/slideLayout749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739.xml"/><Relationship Id="rId7" Type="http://schemas.openxmlformats.org/officeDocument/2006/relationships/slideLayout" Target="../slideLayouts/slideLayout743.xml"/><Relationship Id="rId12" Type="http://schemas.openxmlformats.org/officeDocument/2006/relationships/slideLayout" Target="../slideLayouts/slideLayout748.xml"/><Relationship Id="rId17" Type="http://schemas.openxmlformats.org/officeDocument/2006/relationships/theme" Target="../theme/theme47.xml"/><Relationship Id="rId2" Type="http://schemas.openxmlformats.org/officeDocument/2006/relationships/slideLayout" Target="../slideLayouts/slideLayout738.xml"/><Relationship Id="rId16" Type="http://schemas.openxmlformats.org/officeDocument/2006/relationships/slideLayout" Target="../slideLayouts/slideLayout752.xml"/><Relationship Id="rId1" Type="http://schemas.openxmlformats.org/officeDocument/2006/relationships/slideLayout" Target="../slideLayouts/slideLayout737.xml"/><Relationship Id="rId6" Type="http://schemas.openxmlformats.org/officeDocument/2006/relationships/slideLayout" Target="../slideLayouts/slideLayout742.xml"/><Relationship Id="rId11" Type="http://schemas.openxmlformats.org/officeDocument/2006/relationships/slideLayout" Target="../slideLayouts/slideLayout747.xml"/><Relationship Id="rId5" Type="http://schemas.openxmlformats.org/officeDocument/2006/relationships/slideLayout" Target="../slideLayouts/slideLayout741.xml"/><Relationship Id="rId15" Type="http://schemas.openxmlformats.org/officeDocument/2006/relationships/slideLayout" Target="../slideLayouts/slideLayout751.xml"/><Relationship Id="rId10" Type="http://schemas.openxmlformats.org/officeDocument/2006/relationships/slideLayout" Target="../slideLayouts/slideLayout746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740.xml"/><Relationship Id="rId9" Type="http://schemas.openxmlformats.org/officeDocument/2006/relationships/slideLayout" Target="../slideLayouts/slideLayout745.xml"/><Relationship Id="rId14" Type="http://schemas.openxmlformats.org/officeDocument/2006/relationships/slideLayout" Target="../slideLayouts/slideLayout750.xml"/></Relationships>
</file>

<file path=ppt/slideMasters/_rels/slideMaster4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0.xml"/><Relationship Id="rId13" Type="http://schemas.openxmlformats.org/officeDocument/2006/relationships/slideLayout" Target="../slideLayouts/slideLayout765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755.xml"/><Relationship Id="rId7" Type="http://schemas.openxmlformats.org/officeDocument/2006/relationships/slideLayout" Target="../slideLayouts/slideLayout759.xml"/><Relationship Id="rId12" Type="http://schemas.openxmlformats.org/officeDocument/2006/relationships/slideLayout" Target="../slideLayouts/slideLayout764.xml"/><Relationship Id="rId17" Type="http://schemas.openxmlformats.org/officeDocument/2006/relationships/theme" Target="../theme/theme48.xml"/><Relationship Id="rId2" Type="http://schemas.openxmlformats.org/officeDocument/2006/relationships/slideLayout" Target="../slideLayouts/slideLayout754.xml"/><Relationship Id="rId16" Type="http://schemas.openxmlformats.org/officeDocument/2006/relationships/slideLayout" Target="../slideLayouts/slideLayout768.xml"/><Relationship Id="rId1" Type="http://schemas.openxmlformats.org/officeDocument/2006/relationships/slideLayout" Target="../slideLayouts/slideLayout753.xml"/><Relationship Id="rId6" Type="http://schemas.openxmlformats.org/officeDocument/2006/relationships/slideLayout" Target="../slideLayouts/slideLayout758.xml"/><Relationship Id="rId11" Type="http://schemas.openxmlformats.org/officeDocument/2006/relationships/slideLayout" Target="../slideLayouts/slideLayout763.xml"/><Relationship Id="rId5" Type="http://schemas.openxmlformats.org/officeDocument/2006/relationships/slideLayout" Target="../slideLayouts/slideLayout757.xml"/><Relationship Id="rId15" Type="http://schemas.openxmlformats.org/officeDocument/2006/relationships/slideLayout" Target="../slideLayouts/slideLayout767.xml"/><Relationship Id="rId10" Type="http://schemas.openxmlformats.org/officeDocument/2006/relationships/slideLayout" Target="../slideLayouts/slideLayout762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756.xml"/><Relationship Id="rId9" Type="http://schemas.openxmlformats.org/officeDocument/2006/relationships/slideLayout" Target="../slideLayouts/slideLayout761.xml"/><Relationship Id="rId14" Type="http://schemas.openxmlformats.org/officeDocument/2006/relationships/slideLayout" Target="../slideLayouts/slideLayout766.xml"/></Relationships>
</file>

<file path=ppt/slideMasters/_rels/slideMaster4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6.xml"/><Relationship Id="rId13" Type="http://schemas.openxmlformats.org/officeDocument/2006/relationships/slideLayout" Target="../slideLayouts/slideLayout781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771.xml"/><Relationship Id="rId7" Type="http://schemas.openxmlformats.org/officeDocument/2006/relationships/slideLayout" Target="../slideLayouts/slideLayout775.xml"/><Relationship Id="rId12" Type="http://schemas.openxmlformats.org/officeDocument/2006/relationships/slideLayout" Target="../slideLayouts/slideLayout780.xml"/><Relationship Id="rId17" Type="http://schemas.openxmlformats.org/officeDocument/2006/relationships/theme" Target="../theme/theme49.xml"/><Relationship Id="rId2" Type="http://schemas.openxmlformats.org/officeDocument/2006/relationships/slideLayout" Target="../slideLayouts/slideLayout770.xml"/><Relationship Id="rId16" Type="http://schemas.openxmlformats.org/officeDocument/2006/relationships/slideLayout" Target="../slideLayouts/slideLayout784.xml"/><Relationship Id="rId1" Type="http://schemas.openxmlformats.org/officeDocument/2006/relationships/slideLayout" Target="../slideLayouts/slideLayout769.xml"/><Relationship Id="rId6" Type="http://schemas.openxmlformats.org/officeDocument/2006/relationships/slideLayout" Target="../slideLayouts/slideLayout774.xml"/><Relationship Id="rId11" Type="http://schemas.openxmlformats.org/officeDocument/2006/relationships/slideLayout" Target="../slideLayouts/slideLayout779.xml"/><Relationship Id="rId5" Type="http://schemas.openxmlformats.org/officeDocument/2006/relationships/slideLayout" Target="../slideLayouts/slideLayout773.xml"/><Relationship Id="rId15" Type="http://schemas.openxmlformats.org/officeDocument/2006/relationships/slideLayout" Target="../slideLayouts/slideLayout783.xml"/><Relationship Id="rId10" Type="http://schemas.openxmlformats.org/officeDocument/2006/relationships/slideLayout" Target="../slideLayouts/slideLayout778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772.xml"/><Relationship Id="rId9" Type="http://schemas.openxmlformats.org/officeDocument/2006/relationships/slideLayout" Target="../slideLayouts/slideLayout777.xml"/><Relationship Id="rId14" Type="http://schemas.openxmlformats.org/officeDocument/2006/relationships/slideLayout" Target="../slideLayouts/slideLayout782.xml"/></Relationships>
</file>

<file path=ppt/slideMasters/_rels/slideMaster5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2.xml"/><Relationship Id="rId13" Type="http://schemas.openxmlformats.org/officeDocument/2006/relationships/slideLayout" Target="../slideLayouts/slideLayout797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787.xml"/><Relationship Id="rId7" Type="http://schemas.openxmlformats.org/officeDocument/2006/relationships/slideLayout" Target="../slideLayouts/slideLayout791.xml"/><Relationship Id="rId12" Type="http://schemas.openxmlformats.org/officeDocument/2006/relationships/slideLayout" Target="../slideLayouts/slideLayout796.xml"/><Relationship Id="rId17" Type="http://schemas.openxmlformats.org/officeDocument/2006/relationships/theme" Target="../theme/theme50.xml"/><Relationship Id="rId2" Type="http://schemas.openxmlformats.org/officeDocument/2006/relationships/slideLayout" Target="../slideLayouts/slideLayout786.xml"/><Relationship Id="rId16" Type="http://schemas.openxmlformats.org/officeDocument/2006/relationships/slideLayout" Target="../slideLayouts/slideLayout800.xml"/><Relationship Id="rId1" Type="http://schemas.openxmlformats.org/officeDocument/2006/relationships/slideLayout" Target="../slideLayouts/slideLayout785.xml"/><Relationship Id="rId6" Type="http://schemas.openxmlformats.org/officeDocument/2006/relationships/slideLayout" Target="../slideLayouts/slideLayout790.xml"/><Relationship Id="rId11" Type="http://schemas.openxmlformats.org/officeDocument/2006/relationships/slideLayout" Target="../slideLayouts/slideLayout795.xml"/><Relationship Id="rId5" Type="http://schemas.openxmlformats.org/officeDocument/2006/relationships/slideLayout" Target="../slideLayouts/slideLayout789.xml"/><Relationship Id="rId15" Type="http://schemas.openxmlformats.org/officeDocument/2006/relationships/slideLayout" Target="../slideLayouts/slideLayout799.xml"/><Relationship Id="rId10" Type="http://schemas.openxmlformats.org/officeDocument/2006/relationships/slideLayout" Target="../slideLayouts/slideLayout794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788.xml"/><Relationship Id="rId9" Type="http://schemas.openxmlformats.org/officeDocument/2006/relationships/slideLayout" Target="../slideLayouts/slideLayout793.xml"/><Relationship Id="rId14" Type="http://schemas.openxmlformats.org/officeDocument/2006/relationships/slideLayout" Target="../slideLayouts/slideLayout798.xml"/></Relationships>
</file>

<file path=ppt/slideMasters/_rels/slideMaster5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8.xml"/><Relationship Id="rId13" Type="http://schemas.openxmlformats.org/officeDocument/2006/relationships/slideLayout" Target="../slideLayouts/slideLayout8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803.xml"/><Relationship Id="rId7" Type="http://schemas.openxmlformats.org/officeDocument/2006/relationships/slideLayout" Target="../slideLayouts/slideLayout807.xml"/><Relationship Id="rId12" Type="http://schemas.openxmlformats.org/officeDocument/2006/relationships/slideLayout" Target="../slideLayouts/slideLayout812.xml"/><Relationship Id="rId17" Type="http://schemas.openxmlformats.org/officeDocument/2006/relationships/theme" Target="../theme/theme51.xml"/><Relationship Id="rId2" Type="http://schemas.openxmlformats.org/officeDocument/2006/relationships/slideLayout" Target="../slideLayouts/slideLayout802.xml"/><Relationship Id="rId16" Type="http://schemas.openxmlformats.org/officeDocument/2006/relationships/slideLayout" Target="../slideLayouts/slideLayout816.xml"/><Relationship Id="rId1" Type="http://schemas.openxmlformats.org/officeDocument/2006/relationships/slideLayout" Target="../slideLayouts/slideLayout801.xml"/><Relationship Id="rId6" Type="http://schemas.openxmlformats.org/officeDocument/2006/relationships/slideLayout" Target="../slideLayouts/slideLayout806.xml"/><Relationship Id="rId11" Type="http://schemas.openxmlformats.org/officeDocument/2006/relationships/slideLayout" Target="../slideLayouts/slideLayout811.xml"/><Relationship Id="rId5" Type="http://schemas.openxmlformats.org/officeDocument/2006/relationships/slideLayout" Target="../slideLayouts/slideLayout805.xml"/><Relationship Id="rId15" Type="http://schemas.openxmlformats.org/officeDocument/2006/relationships/slideLayout" Target="../slideLayouts/slideLayout815.xml"/><Relationship Id="rId10" Type="http://schemas.openxmlformats.org/officeDocument/2006/relationships/slideLayout" Target="../slideLayouts/slideLayout8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804.xml"/><Relationship Id="rId9" Type="http://schemas.openxmlformats.org/officeDocument/2006/relationships/slideLayout" Target="../slideLayouts/slideLayout809.xml"/><Relationship Id="rId14" Type="http://schemas.openxmlformats.org/officeDocument/2006/relationships/slideLayout" Target="../slideLayouts/slideLayout8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301" r:id="rId1"/>
    <p:sldLayoutId id="2147486302" r:id="rId2"/>
    <p:sldLayoutId id="2147486303" r:id="rId3"/>
    <p:sldLayoutId id="2147486304" r:id="rId4"/>
    <p:sldLayoutId id="2147486305" r:id="rId5"/>
    <p:sldLayoutId id="2147486306" r:id="rId6"/>
    <p:sldLayoutId id="2147486307" r:id="rId7"/>
    <p:sldLayoutId id="2147486308" r:id="rId8"/>
    <p:sldLayoutId id="2147486309" r:id="rId9"/>
    <p:sldLayoutId id="2147486310" r:id="rId10"/>
    <p:sldLayoutId id="2147486311" r:id="rId11"/>
    <p:sldLayoutId id="2147486312" r:id="rId12"/>
    <p:sldLayoutId id="2147486313" r:id="rId13"/>
    <p:sldLayoutId id="2147486314" r:id="rId14"/>
    <p:sldLayoutId id="2147486315" r:id="rId15"/>
    <p:sldLayoutId id="2147486316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318" r:id="rId1"/>
    <p:sldLayoutId id="2147486319" r:id="rId2"/>
    <p:sldLayoutId id="2147486320" r:id="rId3"/>
    <p:sldLayoutId id="2147486321" r:id="rId4"/>
    <p:sldLayoutId id="2147486322" r:id="rId5"/>
    <p:sldLayoutId id="2147486323" r:id="rId6"/>
    <p:sldLayoutId id="2147486324" r:id="rId7"/>
    <p:sldLayoutId id="2147486325" r:id="rId8"/>
    <p:sldLayoutId id="2147486326" r:id="rId9"/>
    <p:sldLayoutId id="2147486327" r:id="rId10"/>
    <p:sldLayoutId id="2147486328" r:id="rId11"/>
    <p:sldLayoutId id="2147486329" r:id="rId12"/>
    <p:sldLayoutId id="2147486330" r:id="rId13"/>
    <p:sldLayoutId id="2147486331" r:id="rId14"/>
    <p:sldLayoutId id="2147486332" r:id="rId15"/>
    <p:sldLayoutId id="2147486333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335" r:id="rId1"/>
    <p:sldLayoutId id="2147486336" r:id="rId2"/>
    <p:sldLayoutId id="2147486337" r:id="rId3"/>
    <p:sldLayoutId id="2147486338" r:id="rId4"/>
    <p:sldLayoutId id="2147486339" r:id="rId5"/>
    <p:sldLayoutId id="2147486340" r:id="rId6"/>
    <p:sldLayoutId id="2147486341" r:id="rId7"/>
    <p:sldLayoutId id="2147486342" r:id="rId8"/>
    <p:sldLayoutId id="2147486343" r:id="rId9"/>
    <p:sldLayoutId id="2147486344" r:id="rId10"/>
    <p:sldLayoutId id="2147486345" r:id="rId11"/>
    <p:sldLayoutId id="2147486346" r:id="rId12"/>
    <p:sldLayoutId id="2147486347" r:id="rId13"/>
    <p:sldLayoutId id="2147486348" r:id="rId14"/>
    <p:sldLayoutId id="2147486349" r:id="rId15"/>
    <p:sldLayoutId id="2147486350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352" r:id="rId1"/>
    <p:sldLayoutId id="2147486353" r:id="rId2"/>
    <p:sldLayoutId id="2147486354" r:id="rId3"/>
    <p:sldLayoutId id="2147486355" r:id="rId4"/>
    <p:sldLayoutId id="2147486356" r:id="rId5"/>
    <p:sldLayoutId id="2147486357" r:id="rId6"/>
    <p:sldLayoutId id="2147486358" r:id="rId7"/>
    <p:sldLayoutId id="2147486359" r:id="rId8"/>
    <p:sldLayoutId id="2147486360" r:id="rId9"/>
    <p:sldLayoutId id="2147486361" r:id="rId10"/>
    <p:sldLayoutId id="2147486362" r:id="rId11"/>
    <p:sldLayoutId id="2147486363" r:id="rId12"/>
    <p:sldLayoutId id="2147486364" r:id="rId13"/>
    <p:sldLayoutId id="2147486365" r:id="rId14"/>
    <p:sldLayoutId id="2147486366" r:id="rId15"/>
    <p:sldLayoutId id="2147486367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369" r:id="rId1"/>
    <p:sldLayoutId id="2147486370" r:id="rId2"/>
    <p:sldLayoutId id="2147486371" r:id="rId3"/>
    <p:sldLayoutId id="2147486372" r:id="rId4"/>
    <p:sldLayoutId id="2147486373" r:id="rId5"/>
    <p:sldLayoutId id="2147486374" r:id="rId6"/>
    <p:sldLayoutId id="2147486375" r:id="rId7"/>
    <p:sldLayoutId id="2147486376" r:id="rId8"/>
    <p:sldLayoutId id="2147486377" r:id="rId9"/>
    <p:sldLayoutId id="2147486378" r:id="rId10"/>
    <p:sldLayoutId id="2147486379" r:id="rId11"/>
    <p:sldLayoutId id="2147486380" r:id="rId12"/>
    <p:sldLayoutId id="2147486381" r:id="rId13"/>
    <p:sldLayoutId id="2147486382" r:id="rId14"/>
    <p:sldLayoutId id="2147486383" r:id="rId15"/>
    <p:sldLayoutId id="2147486384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386" r:id="rId1"/>
    <p:sldLayoutId id="2147486387" r:id="rId2"/>
    <p:sldLayoutId id="2147486388" r:id="rId3"/>
    <p:sldLayoutId id="2147486389" r:id="rId4"/>
    <p:sldLayoutId id="2147486390" r:id="rId5"/>
    <p:sldLayoutId id="2147486391" r:id="rId6"/>
    <p:sldLayoutId id="2147486392" r:id="rId7"/>
    <p:sldLayoutId id="2147486393" r:id="rId8"/>
    <p:sldLayoutId id="2147486394" r:id="rId9"/>
    <p:sldLayoutId id="2147486395" r:id="rId10"/>
    <p:sldLayoutId id="2147486396" r:id="rId11"/>
    <p:sldLayoutId id="2147486397" r:id="rId12"/>
    <p:sldLayoutId id="2147486398" r:id="rId13"/>
    <p:sldLayoutId id="2147486399" r:id="rId14"/>
    <p:sldLayoutId id="2147486400" r:id="rId15"/>
    <p:sldLayoutId id="2147486401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403" r:id="rId1"/>
    <p:sldLayoutId id="2147486404" r:id="rId2"/>
    <p:sldLayoutId id="2147486405" r:id="rId3"/>
    <p:sldLayoutId id="2147486406" r:id="rId4"/>
    <p:sldLayoutId id="2147486407" r:id="rId5"/>
    <p:sldLayoutId id="2147486408" r:id="rId6"/>
    <p:sldLayoutId id="2147486409" r:id="rId7"/>
    <p:sldLayoutId id="2147486410" r:id="rId8"/>
    <p:sldLayoutId id="2147486411" r:id="rId9"/>
    <p:sldLayoutId id="2147486412" r:id="rId10"/>
    <p:sldLayoutId id="2147486413" r:id="rId11"/>
    <p:sldLayoutId id="2147486414" r:id="rId12"/>
    <p:sldLayoutId id="2147486415" r:id="rId13"/>
    <p:sldLayoutId id="2147486416" r:id="rId14"/>
    <p:sldLayoutId id="2147486417" r:id="rId15"/>
    <p:sldLayoutId id="2147486418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420" r:id="rId1"/>
    <p:sldLayoutId id="2147486421" r:id="rId2"/>
    <p:sldLayoutId id="2147486422" r:id="rId3"/>
    <p:sldLayoutId id="2147486423" r:id="rId4"/>
    <p:sldLayoutId id="2147486424" r:id="rId5"/>
    <p:sldLayoutId id="2147486425" r:id="rId6"/>
    <p:sldLayoutId id="2147486426" r:id="rId7"/>
    <p:sldLayoutId id="2147486427" r:id="rId8"/>
    <p:sldLayoutId id="2147486428" r:id="rId9"/>
    <p:sldLayoutId id="2147486429" r:id="rId10"/>
    <p:sldLayoutId id="2147486430" r:id="rId11"/>
    <p:sldLayoutId id="2147486431" r:id="rId12"/>
    <p:sldLayoutId id="2147486432" r:id="rId13"/>
    <p:sldLayoutId id="2147486433" r:id="rId14"/>
    <p:sldLayoutId id="2147486434" r:id="rId15"/>
    <p:sldLayoutId id="2147486435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437" r:id="rId1"/>
    <p:sldLayoutId id="2147486438" r:id="rId2"/>
    <p:sldLayoutId id="2147486439" r:id="rId3"/>
    <p:sldLayoutId id="2147486440" r:id="rId4"/>
    <p:sldLayoutId id="2147486441" r:id="rId5"/>
    <p:sldLayoutId id="2147486442" r:id="rId6"/>
    <p:sldLayoutId id="2147486443" r:id="rId7"/>
    <p:sldLayoutId id="2147486444" r:id="rId8"/>
    <p:sldLayoutId id="2147486445" r:id="rId9"/>
    <p:sldLayoutId id="2147486446" r:id="rId10"/>
    <p:sldLayoutId id="2147486447" r:id="rId11"/>
    <p:sldLayoutId id="2147486448" r:id="rId12"/>
    <p:sldLayoutId id="2147486449" r:id="rId13"/>
    <p:sldLayoutId id="2147486450" r:id="rId14"/>
    <p:sldLayoutId id="2147486451" r:id="rId15"/>
    <p:sldLayoutId id="2147486452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454" r:id="rId1"/>
    <p:sldLayoutId id="2147486455" r:id="rId2"/>
    <p:sldLayoutId id="2147486456" r:id="rId3"/>
    <p:sldLayoutId id="2147486457" r:id="rId4"/>
    <p:sldLayoutId id="2147486458" r:id="rId5"/>
    <p:sldLayoutId id="2147486459" r:id="rId6"/>
    <p:sldLayoutId id="2147486460" r:id="rId7"/>
    <p:sldLayoutId id="2147486461" r:id="rId8"/>
    <p:sldLayoutId id="2147486462" r:id="rId9"/>
    <p:sldLayoutId id="2147486463" r:id="rId10"/>
    <p:sldLayoutId id="2147486464" r:id="rId11"/>
    <p:sldLayoutId id="2147486465" r:id="rId12"/>
    <p:sldLayoutId id="2147486466" r:id="rId13"/>
    <p:sldLayoutId id="2147486467" r:id="rId14"/>
    <p:sldLayoutId id="2147486468" r:id="rId15"/>
    <p:sldLayoutId id="2147486469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471" r:id="rId1"/>
    <p:sldLayoutId id="2147486472" r:id="rId2"/>
    <p:sldLayoutId id="2147486473" r:id="rId3"/>
    <p:sldLayoutId id="2147486474" r:id="rId4"/>
    <p:sldLayoutId id="2147486475" r:id="rId5"/>
    <p:sldLayoutId id="2147486476" r:id="rId6"/>
    <p:sldLayoutId id="2147486477" r:id="rId7"/>
    <p:sldLayoutId id="2147486478" r:id="rId8"/>
    <p:sldLayoutId id="2147486479" r:id="rId9"/>
    <p:sldLayoutId id="2147486480" r:id="rId10"/>
    <p:sldLayoutId id="2147486481" r:id="rId11"/>
    <p:sldLayoutId id="2147486482" r:id="rId12"/>
    <p:sldLayoutId id="2147486483" r:id="rId13"/>
    <p:sldLayoutId id="2147486484" r:id="rId14"/>
    <p:sldLayoutId id="2147486485" r:id="rId15"/>
    <p:sldLayoutId id="2147486486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488" r:id="rId1"/>
    <p:sldLayoutId id="2147486489" r:id="rId2"/>
    <p:sldLayoutId id="2147486490" r:id="rId3"/>
    <p:sldLayoutId id="2147486491" r:id="rId4"/>
    <p:sldLayoutId id="2147486492" r:id="rId5"/>
    <p:sldLayoutId id="2147486493" r:id="rId6"/>
    <p:sldLayoutId id="2147486494" r:id="rId7"/>
    <p:sldLayoutId id="2147486495" r:id="rId8"/>
    <p:sldLayoutId id="2147486496" r:id="rId9"/>
    <p:sldLayoutId id="2147486497" r:id="rId10"/>
    <p:sldLayoutId id="2147486498" r:id="rId11"/>
    <p:sldLayoutId id="2147486499" r:id="rId12"/>
    <p:sldLayoutId id="2147486500" r:id="rId13"/>
    <p:sldLayoutId id="2147486501" r:id="rId14"/>
    <p:sldLayoutId id="2147486502" r:id="rId15"/>
    <p:sldLayoutId id="2147486503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505" r:id="rId1"/>
    <p:sldLayoutId id="2147486506" r:id="rId2"/>
    <p:sldLayoutId id="2147486507" r:id="rId3"/>
    <p:sldLayoutId id="2147486508" r:id="rId4"/>
    <p:sldLayoutId id="2147486509" r:id="rId5"/>
    <p:sldLayoutId id="2147486510" r:id="rId6"/>
    <p:sldLayoutId id="2147486511" r:id="rId7"/>
    <p:sldLayoutId id="2147486512" r:id="rId8"/>
    <p:sldLayoutId id="2147486513" r:id="rId9"/>
    <p:sldLayoutId id="2147486514" r:id="rId10"/>
    <p:sldLayoutId id="2147486515" r:id="rId11"/>
    <p:sldLayoutId id="2147486516" r:id="rId12"/>
    <p:sldLayoutId id="2147486517" r:id="rId13"/>
    <p:sldLayoutId id="2147486518" r:id="rId14"/>
    <p:sldLayoutId id="2147486519" r:id="rId15"/>
    <p:sldLayoutId id="2147486520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522" r:id="rId1"/>
    <p:sldLayoutId id="2147486523" r:id="rId2"/>
    <p:sldLayoutId id="2147486524" r:id="rId3"/>
    <p:sldLayoutId id="2147486525" r:id="rId4"/>
    <p:sldLayoutId id="2147486526" r:id="rId5"/>
    <p:sldLayoutId id="2147486527" r:id="rId6"/>
    <p:sldLayoutId id="2147486528" r:id="rId7"/>
    <p:sldLayoutId id="2147486529" r:id="rId8"/>
    <p:sldLayoutId id="2147486530" r:id="rId9"/>
    <p:sldLayoutId id="2147486531" r:id="rId10"/>
    <p:sldLayoutId id="2147486532" r:id="rId11"/>
    <p:sldLayoutId id="2147486533" r:id="rId12"/>
    <p:sldLayoutId id="2147486534" r:id="rId13"/>
    <p:sldLayoutId id="2147486535" r:id="rId14"/>
    <p:sldLayoutId id="2147486536" r:id="rId15"/>
    <p:sldLayoutId id="2147486537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539" r:id="rId1"/>
    <p:sldLayoutId id="2147486540" r:id="rId2"/>
    <p:sldLayoutId id="2147486541" r:id="rId3"/>
    <p:sldLayoutId id="2147486542" r:id="rId4"/>
    <p:sldLayoutId id="2147486543" r:id="rId5"/>
    <p:sldLayoutId id="2147486544" r:id="rId6"/>
    <p:sldLayoutId id="2147486545" r:id="rId7"/>
    <p:sldLayoutId id="2147486546" r:id="rId8"/>
    <p:sldLayoutId id="2147486547" r:id="rId9"/>
    <p:sldLayoutId id="2147486548" r:id="rId10"/>
    <p:sldLayoutId id="2147486549" r:id="rId11"/>
    <p:sldLayoutId id="2147486550" r:id="rId12"/>
    <p:sldLayoutId id="2147486551" r:id="rId13"/>
    <p:sldLayoutId id="2147486552" r:id="rId14"/>
    <p:sldLayoutId id="2147486553" r:id="rId15"/>
    <p:sldLayoutId id="2147486554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556" r:id="rId1"/>
    <p:sldLayoutId id="2147486557" r:id="rId2"/>
    <p:sldLayoutId id="2147486558" r:id="rId3"/>
    <p:sldLayoutId id="2147486559" r:id="rId4"/>
    <p:sldLayoutId id="2147486560" r:id="rId5"/>
    <p:sldLayoutId id="2147486561" r:id="rId6"/>
    <p:sldLayoutId id="2147486562" r:id="rId7"/>
    <p:sldLayoutId id="2147486563" r:id="rId8"/>
    <p:sldLayoutId id="2147486564" r:id="rId9"/>
    <p:sldLayoutId id="2147486565" r:id="rId10"/>
    <p:sldLayoutId id="2147486566" r:id="rId11"/>
    <p:sldLayoutId id="2147486567" r:id="rId12"/>
    <p:sldLayoutId id="2147486568" r:id="rId13"/>
    <p:sldLayoutId id="2147486569" r:id="rId14"/>
    <p:sldLayoutId id="2147486570" r:id="rId15"/>
    <p:sldLayoutId id="2147486571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573" r:id="rId1"/>
    <p:sldLayoutId id="2147486574" r:id="rId2"/>
    <p:sldLayoutId id="2147486575" r:id="rId3"/>
    <p:sldLayoutId id="2147486576" r:id="rId4"/>
    <p:sldLayoutId id="2147486577" r:id="rId5"/>
    <p:sldLayoutId id="2147486578" r:id="rId6"/>
    <p:sldLayoutId id="2147486579" r:id="rId7"/>
    <p:sldLayoutId id="2147486580" r:id="rId8"/>
    <p:sldLayoutId id="2147486581" r:id="rId9"/>
    <p:sldLayoutId id="2147486582" r:id="rId10"/>
    <p:sldLayoutId id="2147486583" r:id="rId11"/>
    <p:sldLayoutId id="2147486584" r:id="rId12"/>
    <p:sldLayoutId id="2147486585" r:id="rId13"/>
    <p:sldLayoutId id="2147486586" r:id="rId14"/>
    <p:sldLayoutId id="2147486587" r:id="rId15"/>
    <p:sldLayoutId id="2147486588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590" r:id="rId1"/>
    <p:sldLayoutId id="2147486591" r:id="rId2"/>
    <p:sldLayoutId id="2147486592" r:id="rId3"/>
    <p:sldLayoutId id="2147486593" r:id="rId4"/>
    <p:sldLayoutId id="2147486594" r:id="rId5"/>
    <p:sldLayoutId id="2147486595" r:id="rId6"/>
    <p:sldLayoutId id="2147486596" r:id="rId7"/>
    <p:sldLayoutId id="2147486597" r:id="rId8"/>
    <p:sldLayoutId id="2147486598" r:id="rId9"/>
    <p:sldLayoutId id="2147486599" r:id="rId10"/>
    <p:sldLayoutId id="2147486600" r:id="rId11"/>
    <p:sldLayoutId id="2147486601" r:id="rId12"/>
    <p:sldLayoutId id="2147486602" r:id="rId13"/>
    <p:sldLayoutId id="2147486603" r:id="rId14"/>
    <p:sldLayoutId id="2147486604" r:id="rId15"/>
    <p:sldLayoutId id="2147486605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607" r:id="rId1"/>
    <p:sldLayoutId id="2147486608" r:id="rId2"/>
    <p:sldLayoutId id="2147486609" r:id="rId3"/>
    <p:sldLayoutId id="2147486610" r:id="rId4"/>
    <p:sldLayoutId id="2147486611" r:id="rId5"/>
    <p:sldLayoutId id="2147486612" r:id="rId6"/>
    <p:sldLayoutId id="2147486613" r:id="rId7"/>
    <p:sldLayoutId id="2147486614" r:id="rId8"/>
    <p:sldLayoutId id="2147486615" r:id="rId9"/>
    <p:sldLayoutId id="2147486616" r:id="rId10"/>
    <p:sldLayoutId id="2147486617" r:id="rId11"/>
    <p:sldLayoutId id="2147486618" r:id="rId12"/>
    <p:sldLayoutId id="2147486619" r:id="rId13"/>
    <p:sldLayoutId id="2147486620" r:id="rId14"/>
    <p:sldLayoutId id="2147486621" r:id="rId15"/>
    <p:sldLayoutId id="2147486622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624" r:id="rId1"/>
    <p:sldLayoutId id="2147486625" r:id="rId2"/>
    <p:sldLayoutId id="2147486626" r:id="rId3"/>
    <p:sldLayoutId id="2147486627" r:id="rId4"/>
    <p:sldLayoutId id="2147486628" r:id="rId5"/>
    <p:sldLayoutId id="2147486629" r:id="rId6"/>
    <p:sldLayoutId id="2147486630" r:id="rId7"/>
    <p:sldLayoutId id="2147486631" r:id="rId8"/>
    <p:sldLayoutId id="2147486632" r:id="rId9"/>
    <p:sldLayoutId id="2147486633" r:id="rId10"/>
    <p:sldLayoutId id="2147486634" r:id="rId11"/>
    <p:sldLayoutId id="2147486635" r:id="rId12"/>
    <p:sldLayoutId id="2147486636" r:id="rId13"/>
    <p:sldLayoutId id="2147486637" r:id="rId14"/>
    <p:sldLayoutId id="2147486638" r:id="rId15"/>
    <p:sldLayoutId id="2147486639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641" r:id="rId1"/>
    <p:sldLayoutId id="2147486642" r:id="rId2"/>
    <p:sldLayoutId id="2147486643" r:id="rId3"/>
    <p:sldLayoutId id="2147486644" r:id="rId4"/>
    <p:sldLayoutId id="2147486645" r:id="rId5"/>
    <p:sldLayoutId id="2147486646" r:id="rId6"/>
    <p:sldLayoutId id="2147486647" r:id="rId7"/>
    <p:sldLayoutId id="2147486648" r:id="rId8"/>
    <p:sldLayoutId id="2147486649" r:id="rId9"/>
    <p:sldLayoutId id="2147486650" r:id="rId10"/>
    <p:sldLayoutId id="2147486651" r:id="rId11"/>
    <p:sldLayoutId id="2147486652" r:id="rId12"/>
    <p:sldLayoutId id="2147486653" r:id="rId13"/>
    <p:sldLayoutId id="2147486654" r:id="rId14"/>
    <p:sldLayoutId id="2147486655" r:id="rId15"/>
    <p:sldLayoutId id="2147486656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658" r:id="rId1"/>
    <p:sldLayoutId id="2147486659" r:id="rId2"/>
    <p:sldLayoutId id="2147486660" r:id="rId3"/>
    <p:sldLayoutId id="2147486661" r:id="rId4"/>
    <p:sldLayoutId id="2147486662" r:id="rId5"/>
    <p:sldLayoutId id="2147486663" r:id="rId6"/>
    <p:sldLayoutId id="2147486664" r:id="rId7"/>
    <p:sldLayoutId id="2147486665" r:id="rId8"/>
    <p:sldLayoutId id="2147486666" r:id="rId9"/>
    <p:sldLayoutId id="2147486667" r:id="rId10"/>
    <p:sldLayoutId id="2147486668" r:id="rId11"/>
    <p:sldLayoutId id="2147486669" r:id="rId12"/>
    <p:sldLayoutId id="2147486670" r:id="rId13"/>
    <p:sldLayoutId id="2147486671" r:id="rId14"/>
    <p:sldLayoutId id="2147486672" r:id="rId15"/>
    <p:sldLayoutId id="2147486673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675" r:id="rId1"/>
    <p:sldLayoutId id="2147486676" r:id="rId2"/>
    <p:sldLayoutId id="2147486677" r:id="rId3"/>
    <p:sldLayoutId id="2147486678" r:id="rId4"/>
    <p:sldLayoutId id="2147486679" r:id="rId5"/>
    <p:sldLayoutId id="2147486680" r:id="rId6"/>
    <p:sldLayoutId id="2147486681" r:id="rId7"/>
    <p:sldLayoutId id="2147486682" r:id="rId8"/>
    <p:sldLayoutId id="2147486683" r:id="rId9"/>
    <p:sldLayoutId id="2147486684" r:id="rId10"/>
    <p:sldLayoutId id="2147486685" r:id="rId11"/>
    <p:sldLayoutId id="2147486686" r:id="rId12"/>
    <p:sldLayoutId id="2147486687" r:id="rId13"/>
    <p:sldLayoutId id="2147486688" r:id="rId14"/>
    <p:sldLayoutId id="2147486689" r:id="rId15"/>
    <p:sldLayoutId id="2147486690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692" r:id="rId1"/>
    <p:sldLayoutId id="2147486693" r:id="rId2"/>
    <p:sldLayoutId id="2147486694" r:id="rId3"/>
    <p:sldLayoutId id="2147486695" r:id="rId4"/>
    <p:sldLayoutId id="2147486696" r:id="rId5"/>
    <p:sldLayoutId id="2147486697" r:id="rId6"/>
    <p:sldLayoutId id="2147486698" r:id="rId7"/>
    <p:sldLayoutId id="2147486699" r:id="rId8"/>
    <p:sldLayoutId id="2147486700" r:id="rId9"/>
    <p:sldLayoutId id="2147486701" r:id="rId10"/>
    <p:sldLayoutId id="2147486702" r:id="rId11"/>
    <p:sldLayoutId id="2147486703" r:id="rId12"/>
    <p:sldLayoutId id="2147486704" r:id="rId13"/>
    <p:sldLayoutId id="2147486705" r:id="rId14"/>
    <p:sldLayoutId id="2147486706" r:id="rId15"/>
    <p:sldLayoutId id="2147486707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709" r:id="rId1"/>
    <p:sldLayoutId id="2147486710" r:id="rId2"/>
    <p:sldLayoutId id="2147486711" r:id="rId3"/>
    <p:sldLayoutId id="2147486712" r:id="rId4"/>
    <p:sldLayoutId id="2147486713" r:id="rId5"/>
    <p:sldLayoutId id="2147486714" r:id="rId6"/>
    <p:sldLayoutId id="2147486715" r:id="rId7"/>
    <p:sldLayoutId id="2147486716" r:id="rId8"/>
    <p:sldLayoutId id="2147486717" r:id="rId9"/>
    <p:sldLayoutId id="2147486718" r:id="rId10"/>
    <p:sldLayoutId id="2147486719" r:id="rId11"/>
    <p:sldLayoutId id="2147486720" r:id="rId12"/>
    <p:sldLayoutId id="2147486721" r:id="rId13"/>
    <p:sldLayoutId id="2147486722" r:id="rId14"/>
    <p:sldLayoutId id="2147486723" r:id="rId15"/>
    <p:sldLayoutId id="2147486724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743" r:id="rId1"/>
    <p:sldLayoutId id="2147486744" r:id="rId2"/>
    <p:sldLayoutId id="2147486745" r:id="rId3"/>
    <p:sldLayoutId id="2147486746" r:id="rId4"/>
    <p:sldLayoutId id="2147486747" r:id="rId5"/>
    <p:sldLayoutId id="2147486748" r:id="rId6"/>
    <p:sldLayoutId id="2147486749" r:id="rId7"/>
    <p:sldLayoutId id="2147486750" r:id="rId8"/>
    <p:sldLayoutId id="2147486751" r:id="rId9"/>
    <p:sldLayoutId id="2147486752" r:id="rId10"/>
    <p:sldLayoutId id="2147486753" r:id="rId11"/>
    <p:sldLayoutId id="2147486754" r:id="rId12"/>
    <p:sldLayoutId id="2147486755" r:id="rId13"/>
    <p:sldLayoutId id="2147486756" r:id="rId14"/>
    <p:sldLayoutId id="2147486757" r:id="rId15"/>
    <p:sldLayoutId id="2147486758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760" r:id="rId1"/>
    <p:sldLayoutId id="2147486761" r:id="rId2"/>
    <p:sldLayoutId id="2147486762" r:id="rId3"/>
    <p:sldLayoutId id="2147486763" r:id="rId4"/>
    <p:sldLayoutId id="2147486764" r:id="rId5"/>
    <p:sldLayoutId id="2147486765" r:id="rId6"/>
    <p:sldLayoutId id="2147486766" r:id="rId7"/>
    <p:sldLayoutId id="2147486767" r:id="rId8"/>
    <p:sldLayoutId id="2147486768" r:id="rId9"/>
    <p:sldLayoutId id="2147486769" r:id="rId10"/>
    <p:sldLayoutId id="2147486770" r:id="rId11"/>
    <p:sldLayoutId id="2147486771" r:id="rId12"/>
    <p:sldLayoutId id="2147486772" r:id="rId13"/>
    <p:sldLayoutId id="2147486773" r:id="rId14"/>
    <p:sldLayoutId id="2147486774" r:id="rId15"/>
    <p:sldLayoutId id="2147486775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777" r:id="rId1"/>
    <p:sldLayoutId id="2147486778" r:id="rId2"/>
    <p:sldLayoutId id="2147486779" r:id="rId3"/>
    <p:sldLayoutId id="2147486780" r:id="rId4"/>
    <p:sldLayoutId id="2147486781" r:id="rId5"/>
    <p:sldLayoutId id="2147486782" r:id="rId6"/>
    <p:sldLayoutId id="2147486783" r:id="rId7"/>
    <p:sldLayoutId id="2147486784" r:id="rId8"/>
    <p:sldLayoutId id="2147486785" r:id="rId9"/>
    <p:sldLayoutId id="2147486786" r:id="rId10"/>
    <p:sldLayoutId id="2147486787" r:id="rId11"/>
    <p:sldLayoutId id="2147486788" r:id="rId12"/>
    <p:sldLayoutId id="2147486789" r:id="rId13"/>
    <p:sldLayoutId id="2147486790" r:id="rId14"/>
    <p:sldLayoutId id="2147486791" r:id="rId15"/>
    <p:sldLayoutId id="2147486792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794" r:id="rId1"/>
    <p:sldLayoutId id="2147486795" r:id="rId2"/>
    <p:sldLayoutId id="2147486796" r:id="rId3"/>
    <p:sldLayoutId id="2147486797" r:id="rId4"/>
    <p:sldLayoutId id="2147486798" r:id="rId5"/>
    <p:sldLayoutId id="2147486799" r:id="rId6"/>
    <p:sldLayoutId id="2147486800" r:id="rId7"/>
    <p:sldLayoutId id="2147486801" r:id="rId8"/>
    <p:sldLayoutId id="2147486802" r:id="rId9"/>
    <p:sldLayoutId id="2147486803" r:id="rId10"/>
    <p:sldLayoutId id="2147486804" r:id="rId11"/>
    <p:sldLayoutId id="2147486805" r:id="rId12"/>
    <p:sldLayoutId id="2147486806" r:id="rId13"/>
    <p:sldLayoutId id="2147486807" r:id="rId14"/>
    <p:sldLayoutId id="2147486808" r:id="rId15"/>
    <p:sldLayoutId id="2147486809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811" r:id="rId1"/>
    <p:sldLayoutId id="2147486812" r:id="rId2"/>
    <p:sldLayoutId id="2147486813" r:id="rId3"/>
    <p:sldLayoutId id="2147486814" r:id="rId4"/>
    <p:sldLayoutId id="2147486815" r:id="rId5"/>
    <p:sldLayoutId id="2147486816" r:id="rId6"/>
    <p:sldLayoutId id="2147486817" r:id="rId7"/>
    <p:sldLayoutId id="2147486818" r:id="rId8"/>
    <p:sldLayoutId id="2147486819" r:id="rId9"/>
    <p:sldLayoutId id="2147486820" r:id="rId10"/>
    <p:sldLayoutId id="2147486821" r:id="rId11"/>
    <p:sldLayoutId id="2147486822" r:id="rId12"/>
    <p:sldLayoutId id="2147486823" r:id="rId13"/>
    <p:sldLayoutId id="2147486824" r:id="rId14"/>
    <p:sldLayoutId id="2147486825" r:id="rId15"/>
    <p:sldLayoutId id="2147486826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828" r:id="rId1"/>
    <p:sldLayoutId id="2147486829" r:id="rId2"/>
    <p:sldLayoutId id="2147486830" r:id="rId3"/>
    <p:sldLayoutId id="2147486831" r:id="rId4"/>
    <p:sldLayoutId id="2147486832" r:id="rId5"/>
    <p:sldLayoutId id="2147486833" r:id="rId6"/>
    <p:sldLayoutId id="2147486834" r:id="rId7"/>
    <p:sldLayoutId id="2147486835" r:id="rId8"/>
    <p:sldLayoutId id="2147486836" r:id="rId9"/>
    <p:sldLayoutId id="2147486837" r:id="rId10"/>
    <p:sldLayoutId id="2147486838" r:id="rId11"/>
    <p:sldLayoutId id="2147486839" r:id="rId12"/>
    <p:sldLayoutId id="2147486840" r:id="rId13"/>
    <p:sldLayoutId id="2147486841" r:id="rId14"/>
    <p:sldLayoutId id="2147486842" r:id="rId15"/>
    <p:sldLayoutId id="2147486843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845" r:id="rId1"/>
    <p:sldLayoutId id="2147486846" r:id="rId2"/>
    <p:sldLayoutId id="2147486847" r:id="rId3"/>
    <p:sldLayoutId id="2147486848" r:id="rId4"/>
    <p:sldLayoutId id="2147486849" r:id="rId5"/>
    <p:sldLayoutId id="2147486850" r:id="rId6"/>
    <p:sldLayoutId id="2147486851" r:id="rId7"/>
    <p:sldLayoutId id="2147486852" r:id="rId8"/>
    <p:sldLayoutId id="2147486853" r:id="rId9"/>
    <p:sldLayoutId id="2147486854" r:id="rId10"/>
    <p:sldLayoutId id="2147486855" r:id="rId11"/>
    <p:sldLayoutId id="2147486856" r:id="rId12"/>
    <p:sldLayoutId id="2147486857" r:id="rId13"/>
    <p:sldLayoutId id="2147486858" r:id="rId14"/>
    <p:sldLayoutId id="2147486859" r:id="rId15"/>
    <p:sldLayoutId id="2147486860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862" r:id="rId1"/>
    <p:sldLayoutId id="2147486863" r:id="rId2"/>
    <p:sldLayoutId id="2147486864" r:id="rId3"/>
    <p:sldLayoutId id="2147486865" r:id="rId4"/>
    <p:sldLayoutId id="2147486866" r:id="rId5"/>
    <p:sldLayoutId id="2147486867" r:id="rId6"/>
    <p:sldLayoutId id="2147486868" r:id="rId7"/>
    <p:sldLayoutId id="2147486869" r:id="rId8"/>
    <p:sldLayoutId id="2147486870" r:id="rId9"/>
    <p:sldLayoutId id="2147486871" r:id="rId10"/>
    <p:sldLayoutId id="2147486872" r:id="rId11"/>
    <p:sldLayoutId id="2147486873" r:id="rId12"/>
    <p:sldLayoutId id="2147486874" r:id="rId13"/>
    <p:sldLayoutId id="2147486875" r:id="rId14"/>
    <p:sldLayoutId id="2147486876" r:id="rId15"/>
    <p:sldLayoutId id="2147486877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879" r:id="rId1"/>
    <p:sldLayoutId id="2147486880" r:id="rId2"/>
    <p:sldLayoutId id="2147486881" r:id="rId3"/>
    <p:sldLayoutId id="2147486882" r:id="rId4"/>
    <p:sldLayoutId id="2147486883" r:id="rId5"/>
    <p:sldLayoutId id="2147486884" r:id="rId6"/>
    <p:sldLayoutId id="2147486885" r:id="rId7"/>
    <p:sldLayoutId id="2147486886" r:id="rId8"/>
    <p:sldLayoutId id="2147486887" r:id="rId9"/>
    <p:sldLayoutId id="2147486888" r:id="rId10"/>
    <p:sldLayoutId id="2147486889" r:id="rId11"/>
    <p:sldLayoutId id="2147486890" r:id="rId12"/>
    <p:sldLayoutId id="2147486891" r:id="rId13"/>
    <p:sldLayoutId id="2147486892" r:id="rId14"/>
    <p:sldLayoutId id="2147486893" r:id="rId15"/>
    <p:sldLayoutId id="2147486894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896" r:id="rId1"/>
    <p:sldLayoutId id="2147486897" r:id="rId2"/>
    <p:sldLayoutId id="2147486898" r:id="rId3"/>
    <p:sldLayoutId id="2147486899" r:id="rId4"/>
    <p:sldLayoutId id="2147486900" r:id="rId5"/>
    <p:sldLayoutId id="2147486901" r:id="rId6"/>
    <p:sldLayoutId id="2147486902" r:id="rId7"/>
    <p:sldLayoutId id="2147486903" r:id="rId8"/>
    <p:sldLayoutId id="2147486904" r:id="rId9"/>
    <p:sldLayoutId id="2147486905" r:id="rId10"/>
    <p:sldLayoutId id="2147486906" r:id="rId11"/>
    <p:sldLayoutId id="2147486907" r:id="rId12"/>
    <p:sldLayoutId id="2147486908" r:id="rId13"/>
    <p:sldLayoutId id="2147486909" r:id="rId14"/>
    <p:sldLayoutId id="2147486910" r:id="rId15"/>
    <p:sldLayoutId id="2147486911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913" r:id="rId1"/>
    <p:sldLayoutId id="2147486914" r:id="rId2"/>
    <p:sldLayoutId id="2147486915" r:id="rId3"/>
    <p:sldLayoutId id="2147486916" r:id="rId4"/>
    <p:sldLayoutId id="2147486917" r:id="rId5"/>
    <p:sldLayoutId id="2147486918" r:id="rId6"/>
    <p:sldLayoutId id="2147486919" r:id="rId7"/>
    <p:sldLayoutId id="2147486920" r:id="rId8"/>
    <p:sldLayoutId id="2147486921" r:id="rId9"/>
    <p:sldLayoutId id="2147486922" r:id="rId10"/>
    <p:sldLayoutId id="2147486923" r:id="rId11"/>
    <p:sldLayoutId id="2147486924" r:id="rId12"/>
    <p:sldLayoutId id="2147486925" r:id="rId13"/>
    <p:sldLayoutId id="2147486926" r:id="rId14"/>
    <p:sldLayoutId id="2147486927" r:id="rId15"/>
    <p:sldLayoutId id="2147486928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930" r:id="rId1"/>
    <p:sldLayoutId id="2147486931" r:id="rId2"/>
    <p:sldLayoutId id="2147486932" r:id="rId3"/>
    <p:sldLayoutId id="2147486933" r:id="rId4"/>
    <p:sldLayoutId id="2147486934" r:id="rId5"/>
    <p:sldLayoutId id="2147486935" r:id="rId6"/>
    <p:sldLayoutId id="2147486936" r:id="rId7"/>
    <p:sldLayoutId id="2147486937" r:id="rId8"/>
    <p:sldLayoutId id="2147486938" r:id="rId9"/>
    <p:sldLayoutId id="2147486939" r:id="rId10"/>
    <p:sldLayoutId id="2147486940" r:id="rId11"/>
    <p:sldLayoutId id="2147486941" r:id="rId12"/>
    <p:sldLayoutId id="2147486942" r:id="rId13"/>
    <p:sldLayoutId id="2147486943" r:id="rId14"/>
    <p:sldLayoutId id="2147486944" r:id="rId15"/>
    <p:sldLayoutId id="2147486945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947" r:id="rId1"/>
    <p:sldLayoutId id="2147486948" r:id="rId2"/>
    <p:sldLayoutId id="2147486949" r:id="rId3"/>
    <p:sldLayoutId id="2147486950" r:id="rId4"/>
    <p:sldLayoutId id="2147486951" r:id="rId5"/>
    <p:sldLayoutId id="2147486952" r:id="rId6"/>
    <p:sldLayoutId id="2147486953" r:id="rId7"/>
    <p:sldLayoutId id="2147486954" r:id="rId8"/>
    <p:sldLayoutId id="2147486955" r:id="rId9"/>
    <p:sldLayoutId id="2147486956" r:id="rId10"/>
    <p:sldLayoutId id="2147486957" r:id="rId11"/>
    <p:sldLayoutId id="2147486958" r:id="rId12"/>
    <p:sldLayoutId id="2147486959" r:id="rId13"/>
    <p:sldLayoutId id="2147486960" r:id="rId14"/>
    <p:sldLayoutId id="2147486961" r:id="rId15"/>
    <p:sldLayoutId id="2147486962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964" r:id="rId1"/>
    <p:sldLayoutId id="2147486965" r:id="rId2"/>
    <p:sldLayoutId id="2147486966" r:id="rId3"/>
    <p:sldLayoutId id="2147486967" r:id="rId4"/>
    <p:sldLayoutId id="2147486968" r:id="rId5"/>
    <p:sldLayoutId id="2147486969" r:id="rId6"/>
    <p:sldLayoutId id="2147486970" r:id="rId7"/>
    <p:sldLayoutId id="2147486971" r:id="rId8"/>
    <p:sldLayoutId id="2147486972" r:id="rId9"/>
    <p:sldLayoutId id="2147486973" r:id="rId10"/>
    <p:sldLayoutId id="2147486974" r:id="rId11"/>
    <p:sldLayoutId id="2147486975" r:id="rId12"/>
    <p:sldLayoutId id="2147486976" r:id="rId13"/>
    <p:sldLayoutId id="2147486977" r:id="rId14"/>
    <p:sldLayoutId id="2147486978" r:id="rId15"/>
    <p:sldLayoutId id="2147486979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981" r:id="rId1"/>
    <p:sldLayoutId id="2147486982" r:id="rId2"/>
    <p:sldLayoutId id="2147486983" r:id="rId3"/>
    <p:sldLayoutId id="2147486984" r:id="rId4"/>
    <p:sldLayoutId id="2147486985" r:id="rId5"/>
    <p:sldLayoutId id="2147486986" r:id="rId6"/>
    <p:sldLayoutId id="2147486987" r:id="rId7"/>
    <p:sldLayoutId id="2147486988" r:id="rId8"/>
    <p:sldLayoutId id="2147486989" r:id="rId9"/>
    <p:sldLayoutId id="2147486990" r:id="rId10"/>
    <p:sldLayoutId id="2147486991" r:id="rId11"/>
    <p:sldLayoutId id="2147486992" r:id="rId12"/>
    <p:sldLayoutId id="2147486993" r:id="rId13"/>
    <p:sldLayoutId id="2147486994" r:id="rId14"/>
    <p:sldLayoutId id="2147486995" r:id="rId15"/>
    <p:sldLayoutId id="2147486996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998" r:id="rId1"/>
    <p:sldLayoutId id="2147486999" r:id="rId2"/>
    <p:sldLayoutId id="2147487000" r:id="rId3"/>
    <p:sldLayoutId id="2147487001" r:id="rId4"/>
    <p:sldLayoutId id="2147487002" r:id="rId5"/>
    <p:sldLayoutId id="2147487003" r:id="rId6"/>
    <p:sldLayoutId id="2147487004" r:id="rId7"/>
    <p:sldLayoutId id="2147487005" r:id="rId8"/>
    <p:sldLayoutId id="2147487006" r:id="rId9"/>
    <p:sldLayoutId id="2147487007" r:id="rId10"/>
    <p:sldLayoutId id="2147487008" r:id="rId11"/>
    <p:sldLayoutId id="2147487009" r:id="rId12"/>
    <p:sldLayoutId id="2147487010" r:id="rId13"/>
    <p:sldLayoutId id="2147487011" r:id="rId14"/>
    <p:sldLayoutId id="2147487012" r:id="rId15"/>
    <p:sldLayoutId id="2147487013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015" r:id="rId1"/>
    <p:sldLayoutId id="2147487016" r:id="rId2"/>
    <p:sldLayoutId id="2147487017" r:id="rId3"/>
    <p:sldLayoutId id="2147487018" r:id="rId4"/>
    <p:sldLayoutId id="2147487019" r:id="rId5"/>
    <p:sldLayoutId id="2147487020" r:id="rId6"/>
    <p:sldLayoutId id="2147487021" r:id="rId7"/>
    <p:sldLayoutId id="2147487022" r:id="rId8"/>
    <p:sldLayoutId id="2147487023" r:id="rId9"/>
    <p:sldLayoutId id="2147487024" r:id="rId10"/>
    <p:sldLayoutId id="2147487025" r:id="rId11"/>
    <p:sldLayoutId id="2147487026" r:id="rId12"/>
    <p:sldLayoutId id="2147487027" r:id="rId13"/>
    <p:sldLayoutId id="2147487028" r:id="rId14"/>
    <p:sldLayoutId id="2147487029" r:id="rId15"/>
    <p:sldLayoutId id="2147487030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032" r:id="rId1"/>
    <p:sldLayoutId id="2147487033" r:id="rId2"/>
    <p:sldLayoutId id="2147487034" r:id="rId3"/>
    <p:sldLayoutId id="2147487035" r:id="rId4"/>
    <p:sldLayoutId id="2147487036" r:id="rId5"/>
    <p:sldLayoutId id="2147487037" r:id="rId6"/>
    <p:sldLayoutId id="2147487038" r:id="rId7"/>
    <p:sldLayoutId id="2147487039" r:id="rId8"/>
    <p:sldLayoutId id="2147487040" r:id="rId9"/>
    <p:sldLayoutId id="2147487041" r:id="rId10"/>
    <p:sldLayoutId id="2147487042" r:id="rId11"/>
    <p:sldLayoutId id="2147487043" r:id="rId12"/>
    <p:sldLayoutId id="2147487044" r:id="rId13"/>
    <p:sldLayoutId id="2147487045" r:id="rId14"/>
    <p:sldLayoutId id="2147487046" r:id="rId15"/>
    <p:sldLayoutId id="2147487047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066" r:id="rId1"/>
    <p:sldLayoutId id="2147487067" r:id="rId2"/>
    <p:sldLayoutId id="2147487068" r:id="rId3"/>
    <p:sldLayoutId id="2147487069" r:id="rId4"/>
    <p:sldLayoutId id="2147487070" r:id="rId5"/>
    <p:sldLayoutId id="2147487071" r:id="rId6"/>
    <p:sldLayoutId id="2147487072" r:id="rId7"/>
    <p:sldLayoutId id="2147487073" r:id="rId8"/>
    <p:sldLayoutId id="2147487074" r:id="rId9"/>
    <p:sldLayoutId id="2147487075" r:id="rId10"/>
    <p:sldLayoutId id="2147487076" r:id="rId11"/>
    <p:sldLayoutId id="2147487077" r:id="rId12"/>
    <p:sldLayoutId id="2147487078" r:id="rId13"/>
    <p:sldLayoutId id="2147487079" r:id="rId14"/>
    <p:sldLayoutId id="2147487080" r:id="rId15"/>
    <p:sldLayoutId id="2147487081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100" r:id="rId1"/>
    <p:sldLayoutId id="2147487101" r:id="rId2"/>
    <p:sldLayoutId id="2147487102" r:id="rId3"/>
    <p:sldLayoutId id="2147487103" r:id="rId4"/>
    <p:sldLayoutId id="2147487104" r:id="rId5"/>
    <p:sldLayoutId id="2147487105" r:id="rId6"/>
    <p:sldLayoutId id="2147487106" r:id="rId7"/>
    <p:sldLayoutId id="2147487107" r:id="rId8"/>
    <p:sldLayoutId id="2147487108" r:id="rId9"/>
    <p:sldLayoutId id="2147487109" r:id="rId10"/>
    <p:sldLayoutId id="2147487110" r:id="rId11"/>
    <p:sldLayoutId id="2147487111" r:id="rId12"/>
    <p:sldLayoutId id="2147487112" r:id="rId13"/>
    <p:sldLayoutId id="2147487113" r:id="rId14"/>
    <p:sldLayoutId id="2147487114" r:id="rId15"/>
    <p:sldLayoutId id="2147487115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117" r:id="rId1"/>
    <p:sldLayoutId id="2147487118" r:id="rId2"/>
    <p:sldLayoutId id="2147487119" r:id="rId3"/>
    <p:sldLayoutId id="2147487120" r:id="rId4"/>
    <p:sldLayoutId id="2147487121" r:id="rId5"/>
    <p:sldLayoutId id="2147487122" r:id="rId6"/>
    <p:sldLayoutId id="2147487123" r:id="rId7"/>
    <p:sldLayoutId id="2147487124" r:id="rId8"/>
    <p:sldLayoutId id="2147487125" r:id="rId9"/>
    <p:sldLayoutId id="2147487126" r:id="rId10"/>
    <p:sldLayoutId id="2147487127" r:id="rId11"/>
    <p:sldLayoutId id="2147487128" r:id="rId12"/>
    <p:sldLayoutId id="2147487129" r:id="rId13"/>
    <p:sldLayoutId id="2147487130" r:id="rId14"/>
    <p:sldLayoutId id="2147487131" r:id="rId15"/>
    <p:sldLayoutId id="2147487132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134" r:id="rId1"/>
    <p:sldLayoutId id="2147487135" r:id="rId2"/>
    <p:sldLayoutId id="2147487136" r:id="rId3"/>
    <p:sldLayoutId id="2147487137" r:id="rId4"/>
    <p:sldLayoutId id="2147487138" r:id="rId5"/>
    <p:sldLayoutId id="2147487139" r:id="rId6"/>
    <p:sldLayoutId id="2147487140" r:id="rId7"/>
    <p:sldLayoutId id="2147487141" r:id="rId8"/>
    <p:sldLayoutId id="2147487142" r:id="rId9"/>
    <p:sldLayoutId id="2147487143" r:id="rId10"/>
    <p:sldLayoutId id="2147487144" r:id="rId11"/>
    <p:sldLayoutId id="2147487145" r:id="rId12"/>
    <p:sldLayoutId id="2147487146" r:id="rId13"/>
    <p:sldLayoutId id="2147487147" r:id="rId14"/>
    <p:sldLayoutId id="2147487148" r:id="rId15"/>
    <p:sldLayoutId id="2147487149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151" r:id="rId1"/>
    <p:sldLayoutId id="2147487152" r:id="rId2"/>
    <p:sldLayoutId id="2147487153" r:id="rId3"/>
    <p:sldLayoutId id="2147487154" r:id="rId4"/>
    <p:sldLayoutId id="2147487155" r:id="rId5"/>
    <p:sldLayoutId id="2147487156" r:id="rId6"/>
    <p:sldLayoutId id="2147487157" r:id="rId7"/>
    <p:sldLayoutId id="2147487158" r:id="rId8"/>
    <p:sldLayoutId id="2147487159" r:id="rId9"/>
    <p:sldLayoutId id="2147487160" r:id="rId10"/>
    <p:sldLayoutId id="2147487161" r:id="rId11"/>
    <p:sldLayoutId id="2147487162" r:id="rId12"/>
    <p:sldLayoutId id="2147487163" r:id="rId13"/>
    <p:sldLayoutId id="2147487164" r:id="rId14"/>
    <p:sldLayoutId id="2147487165" r:id="rId15"/>
    <p:sldLayoutId id="2147487166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168" r:id="rId1"/>
    <p:sldLayoutId id="2147487169" r:id="rId2"/>
    <p:sldLayoutId id="2147487170" r:id="rId3"/>
    <p:sldLayoutId id="2147487171" r:id="rId4"/>
    <p:sldLayoutId id="2147487172" r:id="rId5"/>
    <p:sldLayoutId id="2147487173" r:id="rId6"/>
    <p:sldLayoutId id="2147487174" r:id="rId7"/>
    <p:sldLayoutId id="2147487175" r:id="rId8"/>
    <p:sldLayoutId id="2147487176" r:id="rId9"/>
    <p:sldLayoutId id="2147487177" r:id="rId10"/>
    <p:sldLayoutId id="2147487178" r:id="rId11"/>
    <p:sldLayoutId id="2147487179" r:id="rId12"/>
    <p:sldLayoutId id="2147487180" r:id="rId13"/>
    <p:sldLayoutId id="2147487181" r:id="rId14"/>
    <p:sldLayoutId id="2147487182" r:id="rId15"/>
    <p:sldLayoutId id="2147487183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图片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57187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4"/>
          <p:cNvSpPr>
            <a:spLocks noGrp="1"/>
          </p:cNvSpPr>
          <p:nvPr>
            <p:ph type="title"/>
          </p:nvPr>
        </p:nvSpPr>
        <p:spPr>
          <a:xfrm>
            <a:off x="0" y="179388"/>
            <a:ext cx="9144000" cy="6889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b" anchorCtr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065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endParaRPr lang="zh-CN" altLang="en-US" dirty="0"/>
          </a:p>
        </p:txBody>
      </p:sp>
      <p:sp>
        <p:nvSpPr>
          <p:cNvPr id="1029" name="Line 10"/>
          <p:cNvSpPr/>
          <p:nvPr/>
        </p:nvSpPr>
        <p:spPr>
          <a:xfrm flipV="1">
            <a:off x="573088" y="941388"/>
            <a:ext cx="8213725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1"/>
          <p:cNvSpPr/>
          <p:nvPr/>
        </p:nvSpPr>
        <p:spPr>
          <a:xfrm>
            <a:off x="5364163" y="6524625"/>
            <a:ext cx="3600450" cy="0"/>
          </a:xfrm>
          <a:prstGeom prst="line">
            <a:avLst/>
          </a:prstGeom>
          <a:ln w="15875" cap="flat" cmpd="thinThick">
            <a:solidFill>
              <a:srgbClr val="8F112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5402263" y="6586538"/>
            <a:ext cx="3562350" cy="246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上海交通大学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RFID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ook Antiqua" pitchFamily="18" charset="0"/>
                <a:ea typeface="华文中宋" pitchFamily="2" charset="-122"/>
                <a:cs typeface="+mn-cs"/>
              </a:rPr>
              <a:t>与物联网研究所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ook Antiqua" pitchFamily="18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185" r:id="rId1"/>
    <p:sldLayoutId id="2147487186" r:id="rId2"/>
    <p:sldLayoutId id="2147487187" r:id="rId3"/>
    <p:sldLayoutId id="2147487188" r:id="rId4"/>
    <p:sldLayoutId id="2147487189" r:id="rId5"/>
    <p:sldLayoutId id="2147487190" r:id="rId6"/>
    <p:sldLayoutId id="2147487191" r:id="rId7"/>
    <p:sldLayoutId id="2147487192" r:id="rId8"/>
    <p:sldLayoutId id="2147487193" r:id="rId9"/>
    <p:sldLayoutId id="2147487194" r:id="rId10"/>
    <p:sldLayoutId id="2147487195" r:id="rId11"/>
    <p:sldLayoutId id="2147487196" r:id="rId12"/>
    <p:sldLayoutId id="2147487197" r:id="rId13"/>
    <p:sldLayoutId id="2147487198" r:id="rId14"/>
    <p:sldLayoutId id="2147487199" r:id="rId15"/>
    <p:sldLayoutId id="2147487200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133984"/>
          </a:solidFill>
          <a:latin typeface="Arial" panose="020B0604020202020204" pitchFamily="34" charset="0"/>
          <a:ea typeface="华文新魏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9"/>
        </a:buBlip>
        <a:defRPr sz="2400" b="1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A50021"/>
        </a:buClr>
        <a:buFont typeface="Arial" panose="020B0604020202020204" pitchFamily="34" charset="0"/>
        <a:buChar char="—"/>
        <a:defRPr sz="2000" b="1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133984"/>
          </a:solidFill>
          <a:latin typeface="+mn-lt"/>
          <a:ea typeface="黑体" pitchFamily="49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6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2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7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9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3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5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7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8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18.xml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90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0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2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3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5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7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7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42.xml"/><Relationship Id="rId4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5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-3175" y="1238250"/>
            <a:ext cx="9144000" cy="1470025"/>
          </a:xfrm>
        </p:spPr>
        <p:txBody>
          <a:bodyPr vert="horz" wrap="square" lIns="91440" tIns="36000" rIns="91440" bIns="45720" anchor="ctr" anchorCtr="0"/>
          <a:lstStyle/>
          <a:p>
            <a:pPr eaLnBrk="1" hangingPunct="1">
              <a:buClrTx/>
              <a:buSzTx/>
              <a:buFontTx/>
            </a:pPr>
            <a:r>
              <a:rPr lang="en-US" altLang="zh-CN" sz="3600" dirty="0">
                <a:solidFill>
                  <a:srgbClr val="3333CC"/>
                </a:solidFill>
                <a:latin typeface="+mj-lt"/>
                <a:ea typeface="华文新魏" pitchFamily="2" charset="-122"/>
                <a:cs typeface="+mj-cs"/>
              </a:rPr>
              <a:t>Data Mining and Big Data Anlysis</a:t>
            </a:r>
            <a:br>
              <a:rPr lang="en-US" altLang="zh-CN" sz="1800" dirty="0">
                <a:solidFill>
                  <a:srgbClr val="3333CC"/>
                </a:solidFill>
                <a:latin typeface="Times New Roman" panose="02020603050405020304" pitchFamily="18" charset="0"/>
                <a:ea typeface="微软雅黑" pitchFamily="34" charset="-122"/>
                <a:cs typeface="+mj-cs"/>
              </a:rPr>
            </a:br>
            <a:r>
              <a:rPr lang="zh-CN" altLang="zh-CN" sz="3600" dirty="0">
                <a:solidFill>
                  <a:srgbClr val="3333CC"/>
                </a:solidFill>
                <a:latin typeface="+mj-lt"/>
                <a:ea typeface="华文新魏" pitchFamily="2" charset="-122"/>
                <a:cs typeface="+mj-cs"/>
              </a:rPr>
              <a:t>数据挖掘及大数据分析</a:t>
            </a:r>
            <a:endParaRPr lang="zh-CN" altLang="en-US" sz="3600" dirty="0">
              <a:solidFill>
                <a:srgbClr val="3333CC"/>
              </a:solidFill>
              <a:latin typeface="+mj-lt"/>
              <a:ea typeface="华文新魏" pitchFamily="2" charset="-122"/>
              <a:cs typeface="+mj-cs"/>
            </a:endParaRPr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>
          <a:xfrm>
            <a:off x="-3175" y="4743450"/>
            <a:ext cx="9147175" cy="1752600"/>
          </a:xfrm>
        </p:spPr>
        <p:txBody>
          <a:bodyPr vert="horz" wrap="square" lIns="91440" tIns="45720" rIns="91440" bIns="45720" anchor="ctr" anchorCtr="0"/>
          <a:lstStyle/>
          <a:p>
            <a:pPr eaLnBrk="1" hangingPunct="1">
              <a:buClrTx/>
              <a:buSzPct val="120000"/>
              <a:buFontTx/>
              <a:buNone/>
            </a:pPr>
            <a:r>
              <a:rPr lang="zh-CN" altLang="en-US" sz="2000" dirty="0"/>
              <a:t>蓝煜斌</a:t>
            </a:r>
            <a:r>
              <a:rPr lang="en-US" altLang="zh-CN" sz="20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20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吴天宇</a:t>
            </a:r>
            <a:r>
              <a:rPr lang="en-US" altLang="zh-CN" sz="20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20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王东</a:t>
            </a:r>
            <a:endParaRPr lang="en-US" altLang="zh-CN" dirty="0">
              <a:solidFill>
                <a:srgbClr val="333333"/>
              </a:solidFill>
              <a:latin typeface="+mn-lt"/>
              <a:ea typeface="+mn-ea"/>
              <a:cs typeface="+mn-cs"/>
            </a:endParaRPr>
          </a:p>
          <a:p>
            <a:pPr eaLnBrk="1" hangingPunct="1">
              <a:buClrTx/>
              <a:buSzPct val="120000"/>
              <a:buFontTx/>
              <a:buNone/>
            </a:pPr>
            <a:r>
              <a:rPr lang="en-US" altLang="zh-CN" sz="20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School of Software, Shanghai Jiaotong University </a:t>
            </a:r>
            <a:endParaRPr lang="en-US" altLang="zh-CN" dirty="0">
              <a:solidFill>
                <a:srgbClr val="333333"/>
              </a:solidFill>
              <a:latin typeface="+mn-lt"/>
              <a:ea typeface="+mn-ea"/>
              <a:cs typeface="+mn-cs"/>
            </a:endParaRPr>
          </a:p>
          <a:p>
            <a:pPr eaLnBrk="1" hangingPunct="1">
              <a:buClrTx/>
              <a:buSzPct val="120000"/>
              <a:buFontTx/>
              <a:buNone/>
            </a:pPr>
            <a:endParaRPr lang="en-US" altLang="zh-CN" dirty="0">
              <a:solidFill>
                <a:srgbClr val="333333"/>
              </a:solidFill>
              <a:latin typeface="+mn-lt"/>
              <a:ea typeface="+mn-ea"/>
              <a:cs typeface="+mn-cs"/>
            </a:endParaRPr>
          </a:p>
          <a:p>
            <a:pPr eaLnBrk="1" hangingPunct="1">
              <a:buClrTx/>
              <a:buSzPct val="120000"/>
              <a:buFontTx/>
              <a:buNone/>
            </a:pPr>
            <a:r>
              <a:rPr lang="en-US" altLang="zh-CN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2025</a:t>
            </a:r>
            <a:r>
              <a:rPr lang="zh-CN" altLang="en-US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年春季</a:t>
            </a:r>
          </a:p>
        </p:txBody>
      </p:sp>
      <p:sp>
        <p:nvSpPr>
          <p:cNvPr id="5124" name="Title 1"/>
          <p:cNvSpPr txBox="1"/>
          <p:nvPr/>
        </p:nvSpPr>
        <p:spPr>
          <a:xfrm>
            <a:off x="0" y="2708275"/>
            <a:ext cx="9140825" cy="175196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tIns="36000" anchor="ctr" anchorCtr="0"/>
          <a:lstStyle>
            <a:lvl1pPr marL="449580" indent="-44958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SzPct val="120000"/>
              <a:buBlip>
                <a:blip r:embed="rId2"/>
              </a:buBlip>
              <a:defRPr sz="2400" b="1">
                <a:solidFill>
                  <a:srgbClr val="133984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Arial" panose="020B0604020202020204" pitchFamily="34" charset="0"/>
              <a:buChar char="—"/>
              <a:defRPr sz="2000" b="1">
                <a:solidFill>
                  <a:srgbClr val="133984"/>
                </a:solidFill>
                <a:latin typeface="+mn-lt"/>
                <a:ea typeface="+mn-ea"/>
              </a:defRPr>
            </a:lvl2pPr>
            <a:lvl3pPr marL="132270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133984"/>
                </a:solidFill>
                <a:latin typeface="+mn-lt"/>
                <a:ea typeface="黑体" pitchFamily="49" charset="-122"/>
              </a:defRPr>
            </a:lvl3pPr>
            <a:lvl4pPr marL="17303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213868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</a:lstStyle>
          <a:p>
            <a:pPr marL="0" lvl="0" indent="0" algn="ctr" eaLnBrk="1" hangingPunct="1">
              <a:buNone/>
            </a:pPr>
            <a:endParaRPr lang="en-US" altLang="zh-CN" sz="3200" dirty="0">
              <a:solidFill>
                <a:srgbClr val="FF0000"/>
              </a:solidFill>
              <a:ea typeface="华文新魏" pitchFamily="2" charset="-122"/>
            </a:endParaRPr>
          </a:p>
          <a:p>
            <a:pPr marL="0" lvl="0" indent="0" algn="ctr" eaLnBrk="1" hangingPunct="1">
              <a:buNone/>
            </a:pPr>
            <a:r>
              <a:rPr lang="zh-CN" altLang="en-US" sz="3200" dirty="0">
                <a:solidFill>
                  <a:srgbClr val="FF0000"/>
                </a:solidFill>
                <a:ea typeface="华文新魏" pitchFamily="2" charset="-122"/>
              </a:rPr>
              <a:t>数据仓库以及</a:t>
            </a:r>
            <a:r>
              <a:rPr lang="en-US" altLang="zh-CN" sz="3200" dirty="0">
                <a:solidFill>
                  <a:srgbClr val="FF0000"/>
                </a:solidFill>
                <a:ea typeface="华文新魏" pitchFamily="2" charset="-122"/>
              </a:rPr>
              <a:t>OLAP</a:t>
            </a:r>
            <a:r>
              <a:rPr lang="zh-CN" altLang="en-US" sz="3200" dirty="0">
                <a:solidFill>
                  <a:srgbClr val="FF0000"/>
                </a:solidFill>
                <a:ea typeface="华文新魏" pitchFamily="2" charset="-122"/>
              </a:rPr>
              <a:t>实验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 anchorCtr="1"/>
          <a:lstStyle/>
          <a:p>
            <a:pPr eaLnBrk="1" hangingPunct="1"/>
            <a:r>
              <a:rPr lang="zh-CN" altLang="en-US" sz="3200" dirty="0">
                <a:ea typeface="宋体" pitchFamily="2" charset="-122"/>
              </a:rPr>
              <a:t>数据仓库与</a:t>
            </a:r>
            <a:r>
              <a:rPr lang="en-US" altLang="zh-CN" sz="3200" dirty="0">
                <a:ea typeface="宋体" pitchFamily="2" charset="-122"/>
              </a:rPr>
              <a:t>OLAP</a:t>
            </a:r>
            <a:r>
              <a:rPr lang="zh-CN" altLang="en-US" sz="3200" dirty="0">
                <a:ea typeface="宋体" pitchFamily="2" charset="-122"/>
              </a:rPr>
              <a:t>实验</a:t>
            </a:r>
          </a:p>
        </p:txBody>
      </p:sp>
      <p:sp>
        <p:nvSpPr>
          <p:cNvPr id="6147" name="Rectangle 3"/>
          <p:cNvSpPr>
            <a:spLocks noGrp="1"/>
          </p:cNvSpPr>
          <p:nvPr>
            <p:ph sz="half" idx="1"/>
          </p:nvPr>
        </p:nvSpPr>
        <p:spPr>
          <a:xfrm>
            <a:off x="395288" y="1125538"/>
            <a:ext cx="8229600" cy="5732462"/>
          </a:xfrm>
        </p:spPr>
        <p:txBody>
          <a:bodyPr vert="horz" wrap="square" lIns="92075" tIns="46038" rIns="92075" bIns="46038" anchor="t" anchorCtr="0"/>
          <a:lstStyle/>
          <a:p>
            <a:pPr marL="0" indent="0" eaLnBrk="1" hangingPunct="1">
              <a:lnSpc>
                <a:spcPct val="150000"/>
              </a:lnSpc>
              <a:buClrTx/>
              <a:buSzPct val="120000"/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  <a:cs typeface="+mn-cs"/>
              </a:rPr>
              <a:t>1. </a:t>
            </a:r>
            <a:r>
              <a:rPr lang="zh-CN" altLang="en-US" sz="2400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  <a:cs typeface="+mn-cs"/>
              </a:rPr>
              <a:t>数据仓库构建</a:t>
            </a:r>
            <a:endParaRPr lang="zh-CN" altLang="en-US" sz="2400" dirty="0">
              <a:latin typeface="Calibri" pitchFamily="34" charset="0"/>
              <a:ea typeface="宋体" pitchFamily="2" charset="-122"/>
              <a:cs typeface="+mn-cs"/>
            </a:endParaRPr>
          </a:p>
          <a:p>
            <a:pPr marL="0" indent="0" eaLnBrk="1" hangingPunct="1">
              <a:lnSpc>
                <a:spcPct val="150000"/>
              </a:lnSpc>
              <a:buClrTx/>
              <a:buSzPct val="120000"/>
              <a:buFontTx/>
              <a:buNone/>
            </a:pPr>
            <a:r>
              <a:rPr lang="en-US" altLang="zh-CN" sz="2400" dirty="0">
                <a:latin typeface="Calibri" pitchFamily="34" charset="0"/>
                <a:ea typeface="宋体" pitchFamily="2" charset="-122"/>
                <a:cs typeface="+mn-cs"/>
              </a:rPr>
              <a:t>2. OLAP</a:t>
            </a:r>
            <a:endParaRPr lang="zh-CN" altLang="en-US" sz="2400" dirty="0"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6148" name="AutoShape 4"/>
          <p:cNvSpPr/>
          <p:nvPr/>
        </p:nvSpPr>
        <p:spPr>
          <a:xfrm rot="9430553">
            <a:off x="2992120" y="1130935"/>
            <a:ext cx="522288" cy="541338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rgbClr val="3399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wrap="none" anchor="ctr" anchorCtr="0"/>
          <a:lstStyle>
            <a:lvl1pPr marL="449580" indent="-44958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SzPct val="120000"/>
              <a:buBlip>
                <a:blip r:embed="rId3"/>
              </a:buBlip>
              <a:defRPr sz="2400" b="1">
                <a:solidFill>
                  <a:srgbClr val="133984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Arial" panose="020B0604020202020204" pitchFamily="34" charset="0"/>
              <a:buChar char="—"/>
              <a:defRPr sz="2000" b="1">
                <a:solidFill>
                  <a:srgbClr val="133984"/>
                </a:solidFill>
                <a:latin typeface="+mn-lt"/>
                <a:ea typeface="+mn-ea"/>
              </a:defRPr>
            </a:lvl2pPr>
            <a:lvl3pPr marL="132270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133984"/>
                </a:solidFill>
                <a:latin typeface="+mn-lt"/>
                <a:ea typeface="黑体" pitchFamily="49" charset="-122"/>
              </a:defRPr>
            </a:lvl3pPr>
            <a:lvl4pPr marL="17303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213868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SzTx/>
              <a:buNone/>
            </a:pPr>
            <a:endParaRPr lang="zh-CN" altLang="zh-CN" b="0" dirty="0">
              <a:solidFill>
                <a:schemeClr val="tx1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标题 1"/>
          <p:cNvSpPr>
            <a:spLocks noChangeArrowheads="1"/>
          </p:cNvSpPr>
          <p:nvPr/>
        </p:nvSpPr>
        <p:spPr bwMode="auto">
          <a:xfrm>
            <a:off x="1768475" y="179705"/>
            <a:ext cx="318135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600" b="1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数据仓库构建</a:t>
            </a:r>
          </a:p>
        </p:txBody>
      </p:sp>
      <p:sp>
        <p:nvSpPr>
          <p:cNvPr id="35" name="矩形 4"/>
          <p:cNvSpPr>
            <a:spLocks noChangeArrowheads="1"/>
          </p:cNvSpPr>
          <p:nvPr/>
        </p:nvSpPr>
        <p:spPr bwMode="auto">
          <a:xfrm>
            <a:off x="882650" y="1642035"/>
            <a:ext cx="7378699" cy="21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algn="just" eaLnBrk="1">
              <a:lnSpc>
                <a:spcPct val="150000"/>
              </a:lnSpc>
            </a:pPr>
            <a:r>
              <a:rPr lang="en-US" altLang="zh-CN" dirty="0" err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sakila</a:t>
            </a:r>
            <a:r>
              <a:rPr lang="zh-CN" altLang="en-US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样本数据库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MySQL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官方提供的一个</a:t>
            </a:r>
            <a:r>
              <a:rPr lang="zh-CN" altLang="en-US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模拟</a:t>
            </a:r>
            <a:r>
              <a:rPr lang="en-US" altLang="zh-CN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DVD</a:t>
            </a:r>
            <a:r>
              <a:rPr lang="zh-CN" altLang="en-US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租赁商店管理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数据库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。本次实验，对数据库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sakila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中的数据进行清洗操作，从而构建一个</a:t>
            </a:r>
            <a:r>
              <a:rPr lang="en-US" altLang="zh-CN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DVD</a:t>
            </a:r>
            <a:r>
              <a:rPr lang="zh-CN" altLang="en-US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租赁商店数据仓库系统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，即实现定期从源数据库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sakila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中抽取</a:t>
            </a:r>
            <a:r>
              <a:rPr lang="zh-CN" altLang="en-US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增量数据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，转换成符合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DVD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租赁业务的数据，最后加载到</a:t>
            </a:r>
            <a:r>
              <a:rPr lang="zh-CN" altLang="en-US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目标数据仓库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中。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案例概述</a:t>
            </a:r>
          </a:p>
        </p:txBody>
      </p:sp>
      <p:sp>
        <p:nvSpPr>
          <p:cNvPr id="26" name="矩形 32"/>
          <p:cNvSpPr>
            <a:spLocks noChangeArrowheads="1"/>
          </p:cNvSpPr>
          <p:nvPr/>
        </p:nvSpPr>
        <p:spPr bwMode="auto">
          <a:xfrm>
            <a:off x="1065212" y="2149275"/>
            <a:ext cx="7086873" cy="326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algn="just" eaLnBrk="1">
              <a:lnSpc>
                <a:spcPct val="15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在日益激烈的商业竞争中，在线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DVD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租赁商店的决策者都迫切地需要</a:t>
            </a:r>
            <a:r>
              <a:rPr lang="zh-CN" altLang="en-US" sz="2000" dirty="0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</a:rPr>
              <a:t>更加准确的战略决策信息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。每个在线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DVD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租赁商店的数据都存储在数据库中，因此该数据库中拥有</a:t>
            </a:r>
            <a:r>
              <a:rPr lang="zh-CN" altLang="en-US" sz="2000" dirty="0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</a:rPr>
              <a:t>海量的数据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，并不缺乏足够的信息，但是这些数据并不是战略决策需要的信息。虽然这些海量数据对于在线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DVD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租赁商店的运作是非常有用的，但是</a:t>
            </a:r>
            <a:r>
              <a:rPr lang="zh-CN" altLang="en-US" sz="2000" dirty="0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</a:rPr>
              <a:t>对于商业的战略决策和目标制定的作用是微乎其微的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8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0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1755775" y="1135525"/>
            <a:ext cx="21852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案例背景介绍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案例概述</a:t>
            </a:r>
          </a:p>
        </p:txBody>
      </p:sp>
      <p:sp>
        <p:nvSpPr>
          <p:cNvPr id="26" name="矩形 32"/>
          <p:cNvSpPr>
            <a:spLocks noChangeArrowheads="1"/>
          </p:cNvSpPr>
          <p:nvPr/>
        </p:nvSpPr>
        <p:spPr bwMode="auto">
          <a:xfrm>
            <a:off x="1065212" y="2016561"/>
            <a:ext cx="7086873" cy="4192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algn="just" eaLnBrk="1">
              <a:lnSpc>
                <a:spcPct val="15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对于在线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DVD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租赁商店的决策者来说，他们需要从多个不同的商业角度观察数据，例如</a:t>
            </a:r>
            <a:r>
              <a:rPr lang="zh-CN" altLang="en-US" sz="2000" dirty="0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</a:rPr>
              <a:t>时间、电影、演员、用户等角度观察数据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并进行相关的分析得出决策，但是数据库中的数据不适合从多个角度进行分析，无法得出战略决策。然而，数据仓库支持复杂的分析操作，侧重于决策支持，并且还提供直观易懂的查询结果，因此我们需要基于数据库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sakila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创建一个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DVD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租赁商店数据仓库，并将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sakila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数据库中的数据加载到数据仓库中，便于在线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DVD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租赁商店的决策者</a:t>
            </a:r>
            <a:r>
              <a:rPr lang="zh-CN" altLang="en-US" sz="2000" dirty="0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</a:rPr>
              <a:t>对数据进行分析得出商业决策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grpSp>
        <p:nvGrpSpPr>
          <p:cNvPr id="7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8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0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1755775" y="1135525"/>
            <a:ext cx="21852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案例背景介绍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数据准备</a:t>
            </a:r>
          </a:p>
        </p:txBody>
      </p:sp>
      <p:grpSp>
        <p:nvGrpSpPr>
          <p:cNvPr id="16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17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9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/>
          <p:nvPr/>
        </p:nvSpPr>
        <p:spPr>
          <a:xfrm>
            <a:off x="1755775" y="1135525"/>
            <a:ext cx="42130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数据库</a:t>
            </a:r>
            <a:r>
              <a:rPr lang="en-US" altLang="zh-CN" sz="2400" b="1" spc="200" dirty="0" err="1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sakila</a:t>
            </a: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的下载和安装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46125" y="2207042"/>
            <a:ext cx="7651750" cy="2168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下载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sakila-db.zip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压缩包文件，该压缩包文件中包含三个文件，分别是文件</a:t>
            </a:r>
            <a:r>
              <a:rPr lang="en-US" altLang="zh-CN" dirty="0" err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sakila.mwb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、文件</a:t>
            </a:r>
            <a:r>
              <a:rPr lang="en-US" altLang="zh-CN" dirty="0" err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sakila-data.sql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和文件</a:t>
            </a:r>
            <a:r>
              <a:rPr lang="en-US" altLang="zh-CN" dirty="0" err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sakila-schema.sql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。其中，文件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sakila.mwb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是一个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MySQL Workbench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数据模型，用于查看数据库结构；文件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sakila-data.sql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是用于创建数据库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sakila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的数据；文件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sakila-schema.sql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是用于创建数据库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sakila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的数据结构。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数据准备</a:t>
            </a:r>
          </a:p>
        </p:txBody>
      </p:sp>
      <p:grpSp>
        <p:nvGrpSpPr>
          <p:cNvPr id="16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17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9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/>
          <p:nvPr/>
        </p:nvSpPr>
        <p:spPr>
          <a:xfrm>
            <a:off x="1755775" y="1135525"/>
            <a:ext cx="42130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数据库</a:t>
            </a:r>
            <a:r>
              <a:rPr lang="en-US" altLang="zh-CN" sz="2400" b="1" spc="200" dirty="0" err="1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sakila</a:t>
            </a: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的下载和安装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46124" y="2207042"/>
            <a:ext cx="7734935" cy="2168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数据库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sakila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下载完成后，直接解压压缩包，先运行脚本文件</a:t>
            </a:r>
            <a:r>
              <a:rPr lang="en-US" altLang="zh-CN" dirty="0" err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sakila-schema.sql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创建数据库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sakila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和数据表，再运行脚本文件</a:t>
            </a:r>
            <a:r>
              <a:rPr lang="en-US" altLang="zh-CN" dirty="0" err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sakila-data.sql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向数据库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sakila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中的数据表加载数据，最后刷新数据库并查看数据库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sakila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中的数据表及数据表中的数据，若数据表中均含有数据则说明安装数据库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sakila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成功，否则说明安装不成功，需要重新解压安装。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数据准备</a:t>
            </a:r>
          </a:p>
        </p:txBody>
      </p:sp>
      <p:grpSp>
        <p:nvGrpSpPr>
          <p:cNvPr id="16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17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9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/>
          <p:nvPr/>
        </p:nvSpPr>
        <p:spPr>
          <a:xfrm>
            <a:off x="1755775" y="1135525"/>
            <a:ext cx="2879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数据库</a:t>
            </a:r>
            <a:r>
              <a:rPr lang="en-US" altLang="zh-CN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sakila</a:t>
            </a: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68082" y="2404746"/>
            <a:ext cx="6974249" cy="2951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数据库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sakila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中一共含有十六张数据表，分别是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actor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（演员）表、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address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（地址）表、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category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（类别）表、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city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（城市）表、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country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（国家）表、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customer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（顾客）表、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film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（电影）表、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film_actor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（演员所属电影）表、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film_category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（电影所属的类别）表、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film_text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（电影描述）表、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inventory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（库存）表、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language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（语言）表、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payment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（付款）表、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rental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（租赁）表、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staff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（工作人员）表以及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store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（商店）表。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数据准备</a:t>
            </a:r>
          </a:p>
        </p:txBody>
      </p:sp>
      <p:grpSp>
        <p:nvGrpSpPr>
          <p:cNvPr id="16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17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9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/>
          <p:nvPr/>
        </p:nvSpPr>
        <p:spPr>
          <a:xfrm>
            <a:off x="1755775" y="1135525"/>
            <a:ext cx="2879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数据库</a:t>
            </a:r>
            <a:r>
              <a:rPr lang="en-US" altLang="zh-CN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sakila</a:t>
            </a: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" name="图片 8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6067" y="1816100"/>
            <a:ext cx="5219065" cy="467550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矩形 1"/>
          <p:cNvSpPr/>
          <p:nvPr/>
        </p:nvSpPr>
        <p:spPr>
          <a:xfrm>
            <a:off x="505797" y="3590656"/>
            <a:ext cx="2031325" cy="8695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数据库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sakila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中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数据表之间的关系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数据准备</a:t>
            </a:r>
          </a:p>
        </p:txBody>
      </p:sp>
      <p:grpSp>
        <p:nvGrpSpPr>
          <p:cNvPr id="16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17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9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/>
          <p:nvPr/>
        </p:nvSpPr>
        <p:spPr>
          <a:xfrm>
            <a:off x="1755775" y="1135525"/>
            <a:ext cx="18517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数据表简介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947998" y="2897262"/>
          <a:ext cx="7230802" cy="341996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00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字段名称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数据类型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相关说明</a:t>
                      </a:r>
                    </a:p>
                  </a:txBody>
                  <a:tcPr marL="128188" marR="128188" marT="64094" marB="64094" anchor="ctr" anchorCtr="1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952"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sz="1700" kern="1200" dirty="0" err="1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j-lt"/>
                        </a:rPr>
                        <a:t>film_id</a:t>
                      </a:r>
                      <a:endParaRPr lang="zh-CN" altLang="en-US" sz="170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j-lt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sz="1700" kern="1200" dirty="0" err="1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j-lt"/>
                        </a:rPr>
                        <a:t>smallint</a:t>
                      </a:r>
                      <a:endParaRPr lang="zh-CN" altLang="en-US" sz="170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j-lt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70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j-lt"/>
                        </a:rPr>
                        <a:t>主键（电影</a:t>
                      </a:r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j-lt"/>
                        </a:rPr>
                        <a:t>id</a:t>
                      </a:r>
                      <a:r>
                        <a:rPr lang="zh-CN" altLang="en-US" sz="170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j-lt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542"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j-lt"/>
                        </a:rPr>
                        <a:t>title</a:t>
                      </a:r>
                      <a:endParaRPr lang="zh-CN" altLang="en-US" sz="170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j-lt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j-lt"/>
                        </a:rPr>
                        <a:t>varchar</a:t>
                      </a:r>
                      <a:endParaRPr lang="zh-CN" altLang="en-US" sz="170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j-lt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70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j-lt"/>
                        </a:rPr>
                        <a:t>电影名称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j-lt"/>
                        </a:rPr>
                        <a:t>description</a:t>
                      </a:r>
                      <a:endParaRPr lang="zh-CN" altLang="en-US" sz="170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j-lt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j-lt"/>
                        </a:rPr>
                        <a:t>text</a:t>
                      </a:r>
                      <a:endParaRPr lang="zh-CN" altLang="en-US" sz="170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j-lt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70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j-lt"/>
                        </a:rPr>
                        <a:t>电影描述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826"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sz="1700" kern="1200" dirty="0" err="1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j-lt"/>
                        </a:rPr>
                        <a:t>release_year</a:t>
                      </a:r>
                      <a:endParaRPr lang="zh-CN" altLang="en-US" sz="170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j-lt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j-lt"/>
                        </a:rPr>
                        <a:t>year</a:t>
                      </a:r>
                      <a:endParaRPr lang="zh-CN" altLang="en-US" sz="170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j-lt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70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j-lt"/>
                        </a:rPr>
                        <a:t>上映年份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483"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sz="1700" kern="1200" dirty="0" err="1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j-lt"/>
                        </a:rPr>
                        <a:t>language_id</a:t>
                      </a:r>
                      <a:endParaRPr lang="zh-CN" altLang="en-US" sz="170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j-lt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sz="1700" kern="1200" dirty="0" err="1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j-lt"/>
                        </a:rPr>
                        <a:t>tinyint</a:t>
                      </a:r>
                      <a:endParaRPr lang="zh-CN" altLang="en-US" sz="170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j-lt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70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j-lt"/>
                        </a:rPr>
                        <a:t>语言</a:t>
                      </a:r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j-lt"/>
                        </a:rPr>
                        <a:t>id</a:t>
                      </a:r>
                      <a:endParaRPr lang="zh-CN" altLang="en-US" sz="170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j-lt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483"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sz="1700" kern="1200" dirty="0" err="1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j-lt"/>
                        </a:rPr>
                        <a:t>original_language_id</a:t>
                      </a:r>
                      <a:endParaRPr lang="zh-CN" altLang="en-US" sz="170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j-lt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sz="1700" kern="1200" dirty="0" err="1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j-lt"/>
                        </a:rPr>
                        <a:t>tinyint</a:t>
                      </a:r>
                      <a:endParaRPr lang="zh-CN" altLang="en-US" sz="170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j-lt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70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j-lt"/>
                        </a:rPr>
                        <a:t>原版语言</a:t>
                      </a:r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j-lt"/>
                        </a:rPr>
                        <a:t>id</a:t>
                      </a:r>
                      <a:endParaRPr lang="zh-CN" altLang="en-US" sz="170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j-lt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483"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sz="1700" kern="1200" dirty="0" err="1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j-lt"/>
                        </a:rPr>
                        <a:t>rental_duration</a:t>
                      </a:r>
                      <a:endParaRPr lang="zh-CN" altLang="en-US" sz="170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j-lt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sz="1700" kern="1200" dirty="0" err="1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j-lt"/>
                        </a:rPr>
                        <a:t>tinyint</a:t>
                      </a:r>
                      <a:endParaRPr lang="zh-CN" altLang="en-US" sz="170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j-lt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70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j-lt"/>
                        </a:rPr>
                        <a:t>租赁时长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8483"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sz="1700" kern="1200" dirty="0" err="1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j-lt"/>
                        </a:rPr>
                        <a:t>rental_rate</a:t>
                      </a:r>
                      <a:endParaRPr lang="zh-CN" altLang="en-US" sz="170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j-lt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j-lt"/>
                        </a:rPr>
                        <a:t>decimal</a:t>
                      </a:r>
                      <a:endParaRPr lang="zh-CN" altLang="en-US" sz="170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j-lt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70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j-lt"/>
                        </a:rPr>
                        <a:t>电影租赁费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TextBox 16"/>
          <p:cNvSpPr txBox="1"/>
          <p:nvPr/>
        </p:nvSpPr>
        <p:spPr>
          <a:xfrm>
            <a:off x="1624454" y="2185792"/>
            <a:ext cx="2204596" cy="1860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000" b="1" dirty="0"/>
              <a:t>数据表</a:t>
            </a:r>
            <a:r>
              <a:rPr lang="en-US" altLang="zh-CN" sz="2000" b="1" dirty="0"/>
              <a:t>film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1079364" y="2218348"/>
            <a:ext cx="396044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>
            <a:off x="550284" y="2013115"/>
            <a:ext cx="397714" cy="397714"/>
          </a:xfrm>
          <a:prstGeom prst="ellipse">
            <a:avLst/>
          </a:prstGeom>
          <a:solidFill>
            <a:srgbClr val="007CD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912038" y="2444213"/>
            <a:ext cx="82776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用于储存电影基本信息及相关介绍的数据，该数据表各个字段的含义如表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数据准备</a:t>
            </a:r>
          </a:p>
        </p:txBody>
      </p:sp>
      <p:grpSp>
        <p:nvGrpSpPr>
          <p:cNvPr id="16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17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9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/>
          <p:nvPr/>
        </p:nvSpPr>
        <p:spPr>
          <a:xfrm>
            <a:off x="1755775" y="1135525"/>
            <a:ext cx="18517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数据表简介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947998" y="2897262"/>
          <a:ext cx="7230802" cy="231451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00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字段名称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数据类型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相关说明</a:t>
                      </a:r>
                    </a:p>
                  </a:txBody>
                  <a:tcPr marL="128188" marR="128188" marT="64094" marB="64094" anchor="ctr" anchorCtr="1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9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 dirty="0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length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smallint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电影时长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5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replacement_cost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 dirty="0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decimal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替换成本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 dirty="0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rating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enum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评分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82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special_features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set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特色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4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last_update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timestamp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最后更新时间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6"/>
          <p:cNvSpPr txBox="1"/>
          <p:nvPr/>
        </p:nvSpPr>
        <p:spPr>
          <a:xfrm>
            <a:off x="1624454" y="2185792"/>
            <a:ext cx="2204596" cy="1860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000" b="1" dirty="0"/>
              <a:t>数据表</a:t>
            </a:r>
            <a:r>
              <a:rPr lang="en-US" altLang="zh-CN" sz="2000" b="1" dirty="0"/>
              <a:t>film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1079364" y="2218348"/>
            <a:ext cx="396044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>
            <a:off x="550284" y="2013115"/>
            <a:ext cx="397714" cy="397714"/>
          </a:xfrm>
          <a:prstGeom prst="ellipse">
            <a:avLst/>
          </a:prstGeom>
          <a:solidFill>
            <a:srgbClr val="007CD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912038" y="2444213"/>
            <a:ext cx="82776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续  表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数据准备</a:t>
            </a:r>
          </a:p>
        </p:txBody>
      </p:sp>
      <p:grpSp>
        <p:nvGrpSpPr>
          <p:cNvPr id="16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17" name="矩形 6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9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/>
          <p:nvPr/>
        </p:nvSpPr>
        <p:spPr>
          <a:xfrm>
            <a:off x="1755775" y="1135525"/>
            <a:ext cx="18517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数据表简介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47998" y="2588652"/>
          <a:ext cx="7230802" cy="159120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00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字段名称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数据类型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相关说明</a:t>
                      </a:r>
                    </a:p>
                  </a:txBody>
                  <a:tcPr marL="128188" marR="128188" marT="64094" marB="64094" anchor="ctr" anchorCtr="1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9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film_id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 dirty="0" err="1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smallint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主键（电影</a:t>
                      </a: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5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category_id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tinyint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外键（电影类别</a:t>
                      </a: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last_update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timestamp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最后更新时间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6"/>
          <p:cNvSpPr txBox="1"/>
          <p:nvPr/>
        </p:nvSpPr>
        <p:spPr>
          <a:xfrm>
            <a:off x="1624454" y="2002448"/>
            <a:ext cx="3569846" cy="1860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000" b="1" dirty="0"/>
              <a:t>数据表</a:t>
            </a:r>
            <a:r>
              <a:rPr lang="en-US" altLang="zh-CN" sz="2000" b="1" dirty="0" err="1"/>
              <a:t>file_category</a:t>
            </a:r>
            <a:endParaRPr lang="en-US" altLang="zh-CN" sz="2000" b="1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1079364" y="2002448"/>
            <a:ext cx="396044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>
            <a:off x="550284" y="1797215"/>
            <a:ext cx="397714" cy="397714"/>
          </a:xfrm>
          <a:prstGeom prst="ellipse">
            <a:avLst/>
          </a:prstGeom>
          <a:solidFill>
            <a:srgbClr val="007CD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912038" y="2202913"/>
            <a:ext cx="82776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用于储存定义电影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所属电影类别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的数据，该数据表各个字段的含义如表。</a:t>
            </a: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947998" y="4979100"/>
          <a:ext cx="7230802" cy="159120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00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字段名称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数据类型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相关说明</a:t>
                      </a:r>
                    </a:p>
                  </a:txBody>
                  <a:tcPr marL="128188" marR="128188" marT="64094" marB="64094" anchor="ctr" anchorCtr="1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9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film_id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 dirty="0" err="1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smallint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主键（电影</a:t>
                      </a:r>
                      <a:r>
                        <a:rPr lang="en-US" sz="1700" kern="100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r>
                        <a:rPr lang="zh-CN" sz="1700" kern="100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5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category_id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 dirty="0" err="1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tinyint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外键（电影类别</a:t>
                      </a: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last_update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timestamp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最后更新时间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Box 16"/>
          <p:cNvSpPr txBox="1"/>
          <p:nvPr/>
        </p:nvSpPr>
        <p:spPr>
          <a:xfrm>
            <a:off x="1624454" y="4401786"/>
            <a:ext cx="3569846" cy="1860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000" b="1" dirty="0"/>
              <a:t>数据表</a:t>
            </a:r>
            <a:r>
              <a:rPr lang="en-US" altLang="zh-CN" sz="2000" b="1" dirty="0"/>
              <a:t>category</a:t>
            </a:r>
          </a:p>
        </p:txBody>
      </p:sp>
      <p:cxnSp>
        <p:nvCxnSpPr>
          <p:cNvPr id="22" name="直接连接符 21"/>
          <p:cNvCxnSpPr/>
          <p:nvPr/>
        </p:nvCxnSpPr>
        <p:spPr>
          <a:xfrm>
            <a:off x="1079364" y="4401786"/>
            <a:ext cx="396044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550284" y="4196553"/>
            <a:ext cx="397714" cy="397714"/>
          </a:xfrm>
          <a:prstGeom prst="ellipse">
            <a:avLst/>
          </a:prstGeom>
          <a:solidFill>
            <a:srgbClr val="007CD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866318" y="4601715"/>
            <a:ext cx="82776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用于储存电影类别名称所属类别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的数据，该数据表各个字段的含义如表。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数据准备</a:t>
            </a:r>
          </a:p>
        </p:txBody>
      </p:sp>
      <p:grpSp>
        <p:nvGrpSpPr>
          <p:cNvPr id="16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17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9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/>
          <p:nvPr/>
        </p:nvSpPr>
        <p:spPr>
          <a:xfrm>
            <a:off x="1755775" y="1135525"/>
            <a:ext cx="18517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数据表简介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947998" y="3020403"/>
          <a:ext cx="7230802" cy="159120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00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字段名称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数据类型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相关说明</a:t>
                      </a:r>
                    </a:p>
                  </a:txBody>
                  <a:tcPr marL="128188" marR="128188" marT="64094" marB="64094" anchor="ctr" anchorCtr="1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95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700" kern="100" dirty="0" err="1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actor_id</a:t>
                      </a:r>
                      <a:endParaRPr lang="zh-CN" altLang="en-US" sz="1700" kern="1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700" kern="100" dirty="0" err="1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smallint</a:t>
                      </a:r>
                      <a:endParaRPr lang="zh-CN" altLang="en-US" sz="1700" kern="1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700" kern="10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主键（演员</a:t>
                      </a:r>
                      <a:r>
                        <a:rPr lang="en-US" sz="1700" kern="10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r>
                        <a:rPr lang="zh-CN" altLang="en-US" sz="1700" kern="10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54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film_id</a:t>
                      </a:r>
                      <a:endParaRPr lang="zh-CN" altLang="en-US" sz="1700" kern="10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700" kern="100" dirty="0" err="1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smallint</a:t>
                      </a:r>
                      <a:endParaRPr lang="zh-CN" altLang="en-US" sz="1700" kern="1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700" kern="1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外键（电影</a:t>
                      </a:r>
                      <a:r>
                        <a:rPr lang="en-US" sz="1700" kern="1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r>
                        <a:rPr lang="zh-CN" altLang="en-US" sz="1700" kern="1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last_update</a:t>
                      </a:r>
                      <a:endParaRPr lang="zh-CN" altLang="en-US" sz="1700" kern="10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timestamp</a:t>
                      </a:r>
                      <a:endParaRPr lang="zh-CN" altLang="en-US" sz="1700" kern="10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700" kern="1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最后更新时间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6"/>
          <p:cNvSpPr txBox="1"/>
          <p:nvPr/>
        </p:nvSpPr>
        <p:spPr>
          <a:xfrm>
            <a:off x="1624454" y="2125589"/>
            <a:ext cx="3569846" cy="1860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000" b="1" dirty="0"/>
              <a:t>数据表</a:t>
            </a:r>
            <a:r>
              <a:rPr lang="en-US" altLang="zh-CN" sz="2000" b="1" dirty="0" err="1"/>
              <a:t>film_actor</a:t>
            </a:r>
            <a:endParaRPr lang="en-US" altLang="zh-CN" sz="2000" b="1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1079364" y="2125589"/>
            <a:ext cx="396044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>
            <a:off x="550284" y="1920356"/>
            <a:ext cx="397714" cy="397714"/>
          </a:xfrm>
          <a:prstGeom prst="ellipse">
            <a:avLst/>
          </a:prstGeom>
          <a:solidFill>
            <a:srgbClr val="007CD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912038" y="2456913"/>
            <a:ext cx="82776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用于储存定义演员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所属电影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的数据，该数据表各个字段的含义如表。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数据准备</a:t>
            </a:r>
          </a:p>
        </p:txBody>
      </p:sp>
      <p:grpSp>
        <p:nvGrpSpPr>
          <p:cNvPr id="16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17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9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/>
          <p:nvPr/>
        </p:nvSpPr>
        <p:spPr>
          <a:xfrm>
            <a:off x="1755775" y="1135525"/>
            <a:ext cx="18517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数据表简介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947998" y="3010600"/>
          <a:ext cx="7230802" cy="202087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00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字段名称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数据类型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相关说明</a:t>
                      </a:r>
                    </a:p>
                  </a:txBody>
                  <a:tcPr marL="128188" marR="128188" marT="64094" marB="64094" anchor="ctr" anchorCtr="1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95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700" kern="100" dirty="0" err="1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actor_id</a:t>
                      </a:r>
                      <a:endParaRPr lang="zh-CN" altLang="en-US" sz="1700" kern="1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smallint</a:t>
                      </a:r>
                      <a:endParaRPr lang="zh-CN" altLang="en-US" sz="1700" kern="10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700" kern="10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主键（演员</a:t>
                      </a:r>
                      <a:r>
                        <a:rPr lang="en-US" sz="1700" kern="10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r>
                        <a:rPr lang="zh-CN" altLang="en-US" sz="1700" kern="10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54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700" kern="100" dirty="0" err="1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first_name</a:t>
                      </a:r>
                      <a:endParaRPr lang="zh-CN" altLang="en-US" sz="1700" kern="1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700" kern="1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varchar</a:t>
                      </a:r>
                      <a:endParaRPr lang="zh-CN" altLang="en-US" sz="1700" kern="1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700" kern="1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演员名字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last_name</a:t>
                      </a:r>
                      <a:endParaRPr lang="zh-CN" altLang="en-US" sz="1700" kern="10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varchar</a:t>
                      </a:r>
                      <a:endParaRPr lang="zh-CN" altLang="en-US" sz="1700" kern="10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700" kern="1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演员姓氏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700" kern="100" dirty="0" err="1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last_update</a:t>
                      </a:r>
                      <a:endParaRPr lang="zh-CN" altLang="en-US" sz="1700" kern="1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700" kern="1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timestamp</a:t>
                      </a:r>
                      <a:endParaRPr lang="zh-CN" altLang="en-US" sz="1700" kern="1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700" kern="1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最后更新时间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Box 16"/>
          <p:cNvSpPr txBox="1"/>
          <p:nvPr/>
        </p:nvSpPr>
        <p:spPr>
          <a:xfrm>
            <a:off x="1624454" y="2128486"/>
            <a:ext cx="3569846" cy="1860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000" b="1" dirty="0"/>
              <a:t>数据表</a:t>
            </a:r>
            <a:r>
              <a:rPr lang="en-US" altLang="zh-CN" sz="2000" b="1" dirty="0"/>
              <a:t>actor</a:t>
            </a:r>
          </a:p>
        </p:txBody>
      </p:sp>
      <p:cxnSp>
        <p:nvCxnSpPr>
          <p:cNvPr id="22" name="直接连接符 21"/>
          <p:cNvCxnSpPr/>
          <p:nvPr/>
        </p:nvCxnSpPr>
        <p:spPr>
          <a:xfrm>
            <a:off x="1079364" y="2128486"/>
            <a:ext cx="396044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550284" y="1923253"/>
            <a:ext cx="397714" cy="397714"/>
          </a:xfrm>
          <a:prstGeom prst="ellipse">
            <a:avLst/>
          </a:prstGeom>
          <a:solidFill>
            <a:srgbClr val="007CD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904418" y="2455415"/>
            <a:ext cx="82776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用于储存演员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对应的姓和名字数据，该数据表各个字段的含义如表。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数据准备</a:t>
            </a:r>
          </a:p>
        </p:txBody>
      </p:sp>
      <p:grpSp>
        <p:nvGrpSpPr>
          <p:cNvPr id="16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17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9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/>
          <p:nvPr/>
        </p:nvSpPr>
        <p:spPr>
          <a:xfrm>
            <a:off x="1755775" y="1135525"/>
            <a:ext cx="18517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数据表简介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947998" y="2592462"/>
          <a:ext cx="7230802" cy="159120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00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字段名称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数据类型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相关说明</a:t>
                      </a:r>
                    </a:p>
                  </a:txBody>
                  <a:tcPr marL="128188" marR="128188" marT="64094" marB="64094" anchor="ctr" anchorCtr="1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95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700" kern="100" dirty="0" err="1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language_id</a:t>
                      </a:r>
                      <a:endParaRPr lang="zh-CN" altLang="en-US" sz="1700" kern="1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tinyint</a:t>
                      </a:r>
                      <a:endParaRPr lang="zh-CN" altLang="en-US" sz="1700" kern="10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700" kern="10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主键（电影语言</a:t>
                      </a:r>
                      <a:r>
                        <a:rPr lang="en-US" sz="1700" kern="10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r>
                        <a:rPr lang="zh-CN" altLang="en-US" sz="1700" kern="10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54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700" kern="1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name</a:t>
                      </a:r>
                      <a:endParaRPr lang="zh-CN" altLang="en-US" sz="1700" kern="1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700" kern="1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char</a:t>
                      </a:r>
                      <a:endParaRPr lang="zh-CN" altLang="en-US" sz="1700" kern="1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700" kern="1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电影语言名称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last_update</a:t>
                      </a:r>
                      <a:endParaRPr lang="zh-CN" altLang="en-US" sz="1700" kern="10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timestamp</a:t>
                      </a:r>
                      <a:endParaRPr lang="zh-CN" altLang="en-US" sz="1700" kern="10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700" kern="1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最后更新时间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6"/>
          <p:cNvSpPr txBox="1"/>
          <p:nvPr/>
        </p:nvSpPr>
        <p:spPr>
          <a:xfrm>
            <a:off x="1624454" y="2002448"/>
            <a:ext cx="3569846" cy="1860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000" b="1" dirty="0"/>
              <a:t>数据表</a:t>
            </a:r>
            <a:r>
              <a:rPr lang="en-US" altLang="zh-CN" sz="2000" b="1" dirty="0"/>
              <a:t>language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1079364" y="2002448"/>
            <a:ext cx="396044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>
            <a:off x="550284" y="1797215"/>
            <a:ext cx="397714" cy="397714"/>
          </a:xfrm>
          <a:prstGeom prst="ellipse">
            <a:avLst/>
          </a:prstGeom>
          <a:solidFill>
            <a:srgbClr val="007CD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912038" y="2202913"/>
            <a:ext cx="82776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用于储存电影语言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对应的语言名称数据，该数据表各个字段的含义如表。</a:t>
            </a: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947998" y="4979100"/>
          <a:ext cx="7230802" cy="159120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00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字段名称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数据类型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相关说明</a:t>
                      </a:r>
                    </a:p>
                  </a:txBody>
                  <a:tcPr marL="128188" marR="128188" marT="64094" marB="64094" anchor="ctr" anchorCtr="1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95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700" kern="100" dirty="0" err="1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film_id</a:t>
                      </a:r>
                      <a:endParaRPr lang="zh-CN" altLang="en-US" sz="1700" kern="1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smallint</a:t>
                      </a:r>
                      <a:endParaRPr lang="zh-CN" altLang="en-US" sz="1700" kern="10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700" kern="10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主键（电影</a:t>
                      </a:r>
                      <a:r>
                        <a:rPr lang="en-US" sz="1700" kern="10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r>
                        <a:rPr lang="zh-CN" altLang="en-US" sz="1700" kern="10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54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700" kern="1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title</a:t>
                      </a:r>
                      <a:endParaRPr lang="zh-CN" altLang="en-US" sz="1700" kern="1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700" kern="1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varchar</a:t>
                      </a:r>
                      <a:endParaRPr lang="zh-CN" altLang="en-US" sz="1700" kern="1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700" kern="1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电影名称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description</a:t>
                      </a:r>
                      <a:endParaRPr lang="zh-CN" altLang="en-US" sz="1700" kern="10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text</a:t>
                      </a:r>
                      <a:endParaRPr lang="zh-CN" altLang="en-US" sz="1700" kern="10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700" kern="1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电影简述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Box 16"/>
          <p:cNvSpPr txBox="1"/>
          <p:nvPr/>
        </p:nvSpPr>
        <p:spPr>
          <a:xfrm>
            <a:off x="1624454" y="4401786"/>
            <a:ext cx="3569846" cy="1860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000" b="1" dirty="0"/>
              <a:t>数据表</a:t>
            </a:r>
            <a:r>
              <a:rPr lang="en-US" altLang="zh-CN" sz="2000" b="1" dirty="0" err="1"/>
              <a:t>film_text</a:t>
            </a:r>
            <a:endParaRPr lang="en-US" altLang="zh-CN" sz="2000" b="1" dirty="0"/>
          </a:p>
        </p:txBody>
      </p:sp>
      <p:cxnSp>
        <p:nvCxnSpPr>
          <p:cNvPr id="22" name="直接连接符 21"/>
          <p:cNvCxnSpPr/>
          <p:nvPr/>
        </p:nvCxnSpPr>
        <p:spPr>
          <a:xfrm>
            <a:off x="1079364" y="4401786"/>
            <a:ext cx="396044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550284" y="4196553"/>
            <a:ext cx="397714" cy="397714"/>
          </a:xfrm>
          <a:prstGeom prst="ellipse">
            <a:avLst/>
          </a:prstGeom>
          <a:solidFill>
            <a:srgbClr val="007CD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866318" y="4601715"/>
            <a:ext cx="82776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用于储存电影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对应的电影名及描述的数据，该数据表各个字段的含义如表。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数据准备</a:t>
            </a:r>
          </a:p>
        </p:txBody>
      </p:sp>
      <p:grpSp>
        <p:nvGrpSpPr>
          <p:cNvPr id="16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17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9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/>
          <p:nvPr/>
        </p:nvSpPr>
        <p:spPr>
          <a:xfrm>
            <a:off x="1755775" y="1135525"/>
            <a:ext cx="18517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数据表简介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947998" y="3010600"/>
          <a:ext cx="7230802" cy="202087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00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字段名称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数据类型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相关说明</a:t>
                      </a:r>
                    </a:p>
                  </a:txBody>
                  <a:tcPr marL="128188" marR="128188" marT="64094" marB="64094" anchor="ctr" anchorCtr="1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9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store_id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tinyint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主键（商店</a:t>
                      </a: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5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manager_staff_id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tinyint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管理人员</a:t>
                      </a: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address_id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smallint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商店地址</a:t>
                      </a: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last_update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timestamp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最后更新时间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Box 16"/>
          <p:cNvSpPr txBox="1"/>
          <p:nvPr/>
        </p:nvSpPr>
        <p:spPr>
          <a:xfrm>
            <a:off x="1624454" y="2128486"/>
            <a:ext cx="3569846" cy="1860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000" b="1" dirty="0"/>
              <a:t>数据表</a:t>
            </a:r>
            <a:r>
              <a:rPr lang="en-US" altLang="zh-CN" sz="2000" b="1" dirty="0"/>
              <a:t>store</a:t>
            </a:r>
          </a:p>
        </p:txBody>
      </p:sp>
      <p:cxnSp>
        <p:nvCxnSpPr>
          <p:cNvPr id="22" name="直接连接符 21"/>
          <p:cNvCxnSpPr/>
          <p:nvPr/>
        </p:nvCxnSpPr>
        <p:spPr>
          <a:xfrm>
            <a:off x="1079364" y="2128486"/>
            <a:ext cx="396044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550284" y="1923253"/>
            <a:ext cx="397714" cy="397714"/>
          </a:xfrm>
          <a:prstGeom prst="ellipse">
            <a:avLst/>
          </a:prstGeom>
          <a:solidFill>
            <a:srgbClr val="007CD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904418" y="2455415"/>
            <a:ext cx="84427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用于储存商店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对应管理人员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和商店地址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数据，该数据表各个字段含义如表。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数据准备</a:t>
            </a:r>
          </a:p>
        </p:txBody>
      </p:sp>
      <p:grpSp>
        <p:nvGrpSpPr>
          <p:cNvPr id="16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17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9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/>
          <p:nvPr/>
        </p:nvSpPr>
        <p:spPr>
          <a:xfrm>
            <a:off x="1755775" y="1135525"/>
            <a:ext cx="18517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数据表简介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947998" y="3010600"/>
          <a:ext cx="7230802" cy="330989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00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字段名称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数据类型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相关说明</a:t>
                      </a:r>
                    </a:p>
                  </a:txBody>
                  <a:tcPr marL="128188" marR="128188" marT="64094" marB="64094" anchor="ctr" anchorCtr="1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9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staff_id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tinyint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主键（员工</a:t>
                      </a: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5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first_name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varchar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员工名字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last_name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varchar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员工姓氏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address_id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smallint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地址</a:t>
                      </a: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picture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blob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照片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email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varchar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邮箱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 dirty="0" err="1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store_id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tinyint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商店</a:t>
                      </a:r>
                      <a:r>
                        <a:rPr lang="en-US" sz="1700" kern="100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" name="TextBox 16"/>
          <p:cNvSpPr txBox="1"/>
          <p:nvPr/>
        </p:nvSpPr>
        <p:spPr>
          <a:xfrm>
            <a:off x="1624454" y="2128486"/>
            <a:ext cx="3569846" cy="1860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000" b="1" dirty="0"/>
              <a:t>数据表</a:t>
            </a:r>
            <a:r>
              <a:rPr lang="en-US" altLang="zh-CN" sz="2000" b="1" dirty="0"/>
              <a:t>staff</a:t>
            </a:r>
          </a:p>
        </p:txBody>
      </p:sp>
      <p:cxnSp>
        <p:nvCxnSpPr>
          <p:cNvPr id="22" name="直接连接符 21"/>
          <p:cNvCxnSpPr/>
          <p:nvPr/>
        </p:nvCxnSpPr>
        <p:spPr>
          <a:xfrm>
            <a:off x="1079364" y="2128486"/>
            <a:ext cx="396044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550284" y="1923253"/>
            <a:ext cx="397714" cy="397714"/>
          </a:xfrm>
          <a:prstGeom prst="ellipse">
            <a:avLst/>
          </a:prstGeom>
          <a:solidFill>
            <a:srgbClr val="007CD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904418" y="2455415"/>
            <a:ext cx="84427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用于储存员工的基本信息及员工所属商店的数据，该数据表各个字段的含义如表。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数据准备</a:t>
            </a:r>
          </a:p>
        </p:txBody>
      </p:sp>
      <p:grpSp>
        <p:nvGrpSpPr>
          <p:cNvPr id="16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17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9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/>
          <p:nvPr/>
        </p:nvSpPr>
        <p:spPr>
          <a:xfrm>
            <a:off x="1755775" y="1135525"/>
            <a:ext cx="18517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数据表简介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947998" y="3010600"/>
          <a:ext cx="7230802" cy="202087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00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字段名称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数据类型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相关说明</a:t>
                      </a:r>
                    </a:p>
                  </a:txBody>
                  <a:tcPr marL="128188" marR="128188" marT="64094" marB="64094" anchor="ctr" anchorCtr="1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9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active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tinyint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在职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5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username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varchar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用户名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password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varchar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密码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 dirty="0" err="1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last_update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timestamp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最后更新时间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Box 16"/>
          <p:cNvSpPr txBox="1"/>
          <p:nvPr/>
        </p:nvSpPr>
        <p:spPr>
          <a:xfrm>
            <a:off x="1624454" y="2128486"/>
            <a:ext cx="3569846" cy="1860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000" b="1" dirty="0"/>
              <a:t>数据表</a:t>
            </a:r>
            <a:r>
              <a:rPr lang="en-US" altLang="zh-CN" sz="2000" b="1" dirty="0"/>
              <a:t>staff</a:t>
            </a:r>
          </a:p>
        </p:txBody>
      </p:sp>
      <p:cxnSp>
        <p:nvCxnSpPr>
          <p:cNvPr id="22" name="直接连接符 21"/>
          <p:cNvCxnSpPr/>
          <p:nvPr/>
        </p:nvCxnSpPr>
        <p:spPr>
          <a:xfrm>
            <a:off x="1079364" y="2128486"/>
            <a:ext cx="396044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550284" y="1923253"/>
            <a:ext cx="397714" cy="397714"/>
          </a:xfrm>
          <a:prstGeom prst="ellipse">
            <a:avLst/>
          </a:prstGeom>
          <a:solidFill>
            <a:srgbClr val="007CD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904418" y="2455415"/>
            <a:ext cx="84427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续  表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数据准备</a:t>
            </a:r>
          </a:p>
        </p:txBody>
      </p:sp>
      <p:grpSp>
        <p:nvGrpSpPr>
          <p:cNvPr id="16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17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9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/>
          <p:nvPr/>
        </p:nvSpPr>
        <p:spPr>
          <a:xfrm>
            <a:off x="1755775" y="1135525"/>
            <a:ext cx="18517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数据表简介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947998" y="3010600"/>
          <a:ext cx="7230802" cy="202087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00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字段名称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数据类型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相关说明</a:t>
                      </a:r>
                    </a:p>
                  </a:txBody>
                  <a:tcPr marL="128188" marR="128188" marT="64094" marB="64094" anchor="ctr" anchorCtr="1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9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inventory_id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 dirty="0" err="1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mediumint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主键（库存编号）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5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film_id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smallint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电影</a:t>
                      </a: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store_id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tinyint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商店</a:t>
                      </a: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last_update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timestamp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最后更新时间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Box 16"/>
          <p:cNvSpPr txBox="1"/>
          <p:nvPr/>
        </p:nvSpPr>
        <p:spPr>
          <a:xfrm>
            <a:off x="1624454" y="2128486"/>
            <a:ext cx="3569846" cy="1860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000" b="1" dirty="0"/>
              <a:t>数据表</a:t>
            </a:r>
            <a:r>
              <a:rPr lang="en-US" altLang="zh-CN" sz="2000" b="1" dirty="0"/>
              <a:t>inventory</a:t>
            </a:r>
          </a:p>
        </p:txBody>
      </p:sp>
      <p:cxnSp>
        <p:nvCxnSpPr>
          <p:cNvPr id="22" name="直接连接符 21"/>
          <p:cNvCxnSpPr/>
          <p:nvPr/>
        </p:nvCxnSpPr>
        <p:spPr>
          <a:xfrm>
            <a:off x="1079364" y="2128486"/>
            <a:ext cx="396044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550284" y="1923253"/>
            <a:ext cx="397714" cy="397714"/>
          </a:xfrm>
          <a:prstGeom prst="ellipse">
            <a:avLst/>
          </a:prstGeom>
          <a:solidFill>
            <a:srgbClr val="007CD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904418" y="2455415"/>
            <a:ext cx="84427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用于储存库存编号对应的电影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和商店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数据，该数据表各个字段的含义如表。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20563" y="192261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10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数据准备</a:t>
            </a:r>
          </a:p>
        </p:txBody>
      </p:sp>
      <p:grpSp>
        <p:nvGrpSpPr>
          <p:cNvPr id="16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17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9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/>
          <p:nvPr/>
        </p:nvSpPr>
        <p:spPr>
          <a:xfrm>
            <a:off x="1755775" y="1135525"/>
            <a:ext cx="18517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数据表简介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947998" y="3010600"/>
          <a:ext cx="7230802" cy="245055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00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字段名称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数据类型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相关说明</a:t>
                      </a:r>
                    </a:p>
                  </a:txBody>
                  <a:tcPr marL="128188" marR="128188" marT="64094" marB="64094" anchor="ctr" anchorCtr="1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9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customer_id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smallint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主键（顾客</a:t>
                      </a: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5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store_id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tinyint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商店</a:t>
                      </a: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first_name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varchar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顾客名字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last_name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varchar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顾客姓氏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email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varchar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顾客邮箱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Box 16"/>
          <p:cNvSpPr txBox="1"/>
          <p:nvPr/>
        </p:nvSpPr>
        <p:spPr>
          <a:xfrm>
            <a:off x="1624454" y="2128486"/>
            <a:ext cx="3569846" cy="1860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000" b="1" dirty="0"/>
              <a:t>数据表</a:t>
            </a:r>
            <a:r>
              <a:rPr lang="en-US" altLang="zh-CN" sz="2000" b="1" dirty="0"/>
              <a:t>customer</a:t>
            </a:r>
          </a:p>
        </p:txBody>
      </p:sp>
      <p:cxnSp>
        <p:nvCxnSpPr>
          <p:cNvPr id="22" name="直接连接符 21"/>
          <p:cNvCxnSpPr/>
          <p:nvPr/>
        </p:nvCxnSpPr>
        <p:spPr>
          <a:xfrm>
            <a:off x="1079364" y="2128486"/>
            <a:ext cx="396044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550284" y="1923253"/>
            <a:ext cx="397714" cy="397714"/>
          </a:xfrm>
          <a:prstGeom prst="ellipse">
            <a:avLst/>
          </a:prstGeom>
          <a:solidFill>
            <a:srgbClr val="007CD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904418" y="2455415"/>
            <a:ext cx="84427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用于储存顾客的基本信息数据，该数据表各个字段的含义如表。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20563" y="1922619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11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数据准备</a:t>
            </a:r>
          </a:p>
        </p:txBody>
      </p:sp>
      <p:grpSp>
        <p:nvGrpSpPr>
          <p:cNvPr id="16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17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9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/>
          <p:nvPr/>
        </p:nvSpPr>
        <p:spPr>
          <a:xfrm>
            <a:off x="1755775" y="1135525"/>
            <a:ext cx="18517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数据表简介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947998" y="3010600"/>
          <a:ext cx="7230802" cy="202087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00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字段名称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数据类型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相关说明</a:t>
                      </a:r>
                    </a:p>
                  </a:txBody>
                  <a:tcPr marL="128188" marR="128188" marT="64094" marB="64094" anchor="ctr" anchorCtr="1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9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address_id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smallint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地址</a:t>
                      </a: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5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active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tinyint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活跃消费者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create_date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datetime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创建日期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last_update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timestamp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最后更新时间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Box 16"/>
          <p:cNvSpPr txBox="1"/>
          <p:nvPr/>
        </p:nvSpPr>
        <p:spPr>
          <a:xfrm>
            <a:off x="1624454" y="2128486"/>
            <a:ext cx="3569846" cy="1860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000" b="1" dirty="0"/>
              <a:t>数据表</a:t>
            </a:r>
            <a:r>
              <a:rPr lang="en-US" altLang="zh-CN" sz="2000" b="1" dirty="0"/>
              <a:t>customer</a:t>
            </a:r>
          </a:p>
        </p:txBody>
      </p:sp>
      <p:cxnSp>
        <p:nvCxnSpPr>
          <p:cNvPr id="22" name="直接连接符 21"/>
          <p:cNvCxnSpPr/>
          <p:nvPr/>
        </p:nvCxnSpPr>
        <p:spPr>
          <a:xfrm>
            <a:off x="1079364" y="2128486"/>
            <a:ext cx="396044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550284" y="1923253"/>
            <a:ext cx="397714" cy="397714"/>
          </a:xfrm>
          <a:prstGeom prst="ellipse">
            <a:avLst/>
          </a:prstGeom>
          <a:solidFill>
            <a:srgbClr val="007CD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904418" y="2455415"/>
            <a:ext cx="84427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续  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20563" y="1922619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11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数据准备</a:t>
            </a:r>
          </a:p>
        </p:txBody>
      </p:sp>
      <p:grpSp>
        <p:nvGrpSpPr>
          <p:cNvPr id="16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17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9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/>
          <p:nvPr/>
        </p:nvSpPr>
        <p:spPr>
          <a:xfrm>
            <a:off x="1755775" y="1135525"/>
            <a:ext cx="18517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数据表简介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947998" y="3010600"/>
          <a:ext cx="7230802" cy="330989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00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字段名称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数据类型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相关说明</a:t>
                      </a:r>
                    </a:p>
                  </a:txBody>
                  <a:tcPr marL="128188" marR="128188" marT="64094" marB="64094" anchor="ctr" anchorCtr="1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9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rental_id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int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主键（租借</a:t>
                      </a: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5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 dirty="0" err="1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rental_date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datetime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租借日期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inventory_id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 dirty="0" err="1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mediumint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库存编号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customer_id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smallint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客户</a:t>
                      </a:r>
                      <a:r>
                        <a:rPr lang="en-US" sz="1700" kern="100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return_date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datetime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返还日期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staff_id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tinyint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员工</a:t>
                      </a:r>
                      <a:r>
                        <a:rPr lang="en-US" sz="1700" kern="100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last_update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timestamp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最后更新时间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" name="TextBox 16"/>
          <p:cNvSpPr txBox="1"/>
          <p:nvPr/>
        </p:nvSpPr>
        <p:spPr>
          <a:xfrm>
            <a:off x="1624454" y="2128486"/>
            <a:ext cx="3569846" cy="1860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000" b="1" dirty="0"/>
              <a:t>数据表</a:t>
            </a:r>
            <a:r>
              <a:rPr lang="en-US" altLang="zh-CN" sz="2000" b="1" dirty="0"/>
              <a:t>rental</a:t>
            </a:r>
          </a:p>
        </p:txBody>
      </p:sp>
      <p:cxnSp>
        <p:nvCxnSpPr>
          <p:cNvPr id="22" name="直接连接符 21"/>
          <p:cNvCxnSpPr/>
          <p:nvPr/>
        </p:nvCxnSpPr>
        <p:spPr>
          <a:xfrm>
            <a:off x="1079364" y="2128486"/>
            <a:ext cx="396044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550284" y="1923253"/>
            <a:ext cx="397714" cy="397714"/>
          </a:xfrm>
          <a:prstGeom prst="ellipse">
            <a:avLst/>
          </a:prstGeom>
          <a:solidFill>
            <a:srgbClr val="007CD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904418" y="2455415"/>
            <a:ext cx="84427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用于储存租借相关信息数据，该数据表各个字段的含义如表。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20563" y="192261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12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数据准备</a:t>
            </a:r>
          </a:p>
        </p:txBody>
      </p:sp>
      <p:grpSp>
        <p:nvGrpSpPr>
          <p:cNvPr id="16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17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9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/>
          <p:nvPr/>
        </p:nvSpPr>
        <p:spPr>
          <a:xfrm>
            <a:off x="1755775" y="1135525"/>
            <a:ext cx="18517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数据表简介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947998" y="3010600"/>
          <a:ext cx="7230802" cy="330989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00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字段名称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数据类型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相关说明</a:t>
                      </a:r>
                    </a:p>
                  </a:txBody>
                  <a:tcPr marL="128188" marR="128188" marT="64094" marB="64094" anchor="ctr" anchorCtr="1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9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payment_id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smallint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主键（付款</a:t>
                      </a: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5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customer_id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smallint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顾客</a:t>
                      </a: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staff_id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tinyint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员工</a:t>
                      </a: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rental_id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int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租借</a:t>
                      </a: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amount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decima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数量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payment_date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datetime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付款日期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last_update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timestamp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最后更新时间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" name="TextBox 16"/>
          <p:cNvSpPr txBox="1"/>
          <p:nvPr/>
        </p:nvSpPr>
        <p:spPr>
          <a:xfrm>
            <a:off x="1624454" y="2128486"/>
            <a:ext cx="3569846" cy="1860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000" b="1" dirty="0"/>
              <a:t>数据表</a:t>
            </a:r>
            <a:r>
              <a:rPr lang="en-US" altLang="zh-CN" sz="2000" b="1" dirty="0"/>
              <a:t>payment</a:t>
            </a:r>
          </a:p>
        </p:txBody>
      </p:sp>
      <p:cxnSp>
        <p:nvCxnSpPr>
          <p:cNvPr id="22" name="直接连接符 21"/>
          <p:cNvCxnSpPr/>
          <p:nvPr/>
        </p:nvCxnSpPr>
        <p:spPr>
          <a:xfrm>
            <a:off x="1079364" y="2128486"/>
            <a:ext cx="396044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550284" y="1923253"/>
            <a:ext cx="397714" cy="397714"/>
          </a:xfrm>
          <a:prstGeom prst="ellipse">
            <a:avLst/>
          </a:prstGeom>
          <a:solidFill>
            <a:srgbClr val="007CD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904418" y="2455415"/>
            <a:ext cx="84427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用于储存租赁时付款的相关信息，该数据表各个字段的含义如表。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20563" y="192261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13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数据准备</a:t>
            </a:r>
          </a:p>
        </p:txBody>
      </p:sp>
      <p:grpSp>
        <p:nvGrpSpPr>
          <p:cNvPr id="16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17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9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/>
          <p:nvPr/>
        </p:nvSpPr>
        <p:spPr>
          <a:xfrm>
            <a:off x="1755775" y="1135525"/>
            <a:ext cx="18517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数据表简介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947998" y="3010600"/>
          <a:ext cx="7230802" cy="159120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00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字段名称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数据类型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相关说明</a:t>
                      </a:r>
                    </a:p>
                  </a:txBody>
                  <a:tcPr marL="128188" marR="128188" marT="64094" marB="64094" anchor="ctr" anchorCtr="1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9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country_id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smallint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主键（国家</a:t>
                      </a: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5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country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varchar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国家名称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last_update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timestamp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最后更新时间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Box 16"/>
          <p:cNvSpPr txBox="1"/>
          <p:nvPr/>
        </p:nvSpPr>
        <p:spPr>
          <a:xfrm>
            <a:off x="1624454" y="2128486"/>
            <a:ext cx="3569846" cy="1860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000" b="1" dirty="0"/>
              <a:t>数据表</a:t>
            </a:r>
            <a:r>
              <a:rPr lang="en-US" altLang="zh-CN" sz="2000" b="1" dirty="0"/>
              <a:t>country</a:t>
            </a:r>
          </a:p>
        </p:txBody>
      </p:sp>
      <p:cxnSp>
        <p:nvCxnSpPr>
          <p:cNvPr id="22" name="直接连接符 21"/>
          <p:cNvCxnSpPr/>
          <p:nvPr/>
        </p:nvCxnSpPr>
        <p:spPr>
          <a:xfrm>
            <a:off x="1079364" y="2128486"/>
            <a:ext cx="396044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550284" y="1923253"/>
            <a:ext cx="397714" cy="397714"/>
          </a:xfrm>
          <a:prstGeom prst="ellipse">
            <a:avLst/>
          </a:prstGeom>
          <a:solidFill>
            <a:srgbClr val="007CD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904418" y="2455415"/>
            <a:ext cx="84427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用于储存国家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对应的国家名称数据，该数据表各个字段的含义如表。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20563" y="192261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14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数据准备</a:t>
            </a:r>
          </a:p>
        </p:txBody>
      </p:sp>
      <p:grpSp>
        <p:nvGrpSpPr>
          <p:cNvPr id="16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17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9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/>
          <p:nvPr/>
        </p:nvSpPr>
        <p:spPr>
          <a:xfrm>
            <a:off x="1755775" y="1135525"/>
            <a:ext cx="18517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数据表简介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947998" y="3518600"/>
          <a:ext cx="7230802" cy="202087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00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字段名称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数据类型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相关说明</a:t>
                      </a:r>
                    </a:p>
                  </a:txBody>
                  <a:tcPr marL="128188" marR="128188" marT="64094" marB="64094" anchor="ctr" anchorCtr="1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9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city_id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smallint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主键（城市</a:t>
                      </a: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5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city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varchar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城市名称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country_id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smallint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国家</a:t>
                      </a: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last_update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timestamp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最后更新时间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Box 16"/>
          <p:cNvSpPr txBox="1"/>
          <p:nvPr/>
        </p:nvSpPr>
        <p:spPr>
          <a:xfrm>
            <a:off x="1624454" y="2128486"/>
            <a:ext cx="3569846" cy="1860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000" b="1" dirty="0"/>
              <a:t>数据表</a:t>
            </a:r>
            <a:r>
              <a:rPr lang="en-US" altLang="zh-CN" sz="2000" b="1" dirty="0"/>
              <a:t>city</a:t>
            </a:r>
          </a:p>
        </p:txBody>
      </p:sp>
      <p:cxnSp>
        <p:nvCxnSpPr>
          <p:cNvPr id="22" name="直接连接符 21"/>
          <p:cNvCxnSpPr/>
          <p:nvPr/>
        </p:nvCxnSpPr>
        <p:spPr>
          <a:xfrm>
            <a:off x="1079364" y="2128486"/>
            <a:ext cx="396044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550284" y="1923253"/>
            <a:ext cx="397714" cy="397714"/>
          </a:xfrm>
          <a:prstGeom prst="ellipse">
            <a:avLst/>
          </a:prstGeom>
          <a:solidFill>
            <a:srgbClr val="007CD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904418" y="2455415"/>
            <a:ext cx="8442782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用于储存城市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对应的城市名称以及所属国家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这一类数据，该数据表各个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字段的含义如表。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20563" y="192261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15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数据准备</a:t>
            </a:r>
          </a:p>
        </p:txBody>
      </p:sp>
      <p:grpSp>
        <p:nvGrpSpPr>
          <p:cNvPr id="16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17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9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/>
          <p:nvPr/>
        </p:nvSpPr>
        <p:spPr>
          <a:xfrm>
            <a:off x="1755775" y="1135525"/>
            <a:ext cx="18517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数据表简介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967486" y="2826538"/>
          <a:ext cx="7230802" cy="373957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00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字段名称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900" b="1" dirty="0"/>
                        <a:t>数据类型</a:t>
                      </a:r>
                    </a:p>
                  </a:txBody>
                  <a:tcPr marL="94779" marR="94779" marT="0" marB="0" anchor="ctr" anchorCtr="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相关说明</a:t>
                      </a:r>
                    </a:p>
                  </a:txBody>
                  <a:tcPr marL="128188" marR="128188" marT="64094" marB="64094" anchor="ctr" anchorCtr="1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9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address_id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smallint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主键（地址</a:t>
                      </a: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5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address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varchar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地址名称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address2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varchar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地址名称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district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varchar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区域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city_id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smallint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城市</a:t>
                      </a: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postal_code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varchar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邮编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phone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varchar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电话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6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last_update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timestamp</a:t>
                      </a:r>
                      <a:endParaRPr lang="zh-CN" sz="1700" kern="10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anose="02020603050405020304" pitchFamily="18" charset="0"/>
                        </a:rPr>
                        <a:t>最后更新时间</a:t>
                      </a:r>
                      <a:endParaRPr lang="zh-CN" sz="17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1" name="TextBox 16"/>
          <p:cNvSpPr txBox="1"/>
          <p:nvPr/>
        </p:nvSpPr>
        <p:spPr>
          <a:xfrm>
            <a:off x="1624454" y="2128486"/>
            <a:ext cx="3569846" cy="1860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000" b="1" dirty="0"/>
              <a:t>数据表</a:t>
            </a:r>
            <a:r>
              <a:rPr lang="en-US" altLang="zh-CN" sz="2000" b="1" dirty="0"/>
              <a:t>address</a:t>
            </a:r>
          </a:p>
        </p:txBody>
      </p:sp>
      <p:cxnSp>
        <p:nvCxnSpPr>
          <p:cNvPr id="22" name="直接连接符 21"/>
          <p:cNvCxnSpPr/>
          <p:nvPr/>
        </p:nvCxnSpPr>
        <p:spPr>
          <a:xfrm>
            <a:off x="1079364" y="2128486"/>
            <a:ext cx="396044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550284" y="1923253"/>
            <a:ext cx="397714" cy="397714"/>
          </a:xfrm>
          <a:prstGeom prst="ellipse">
            <a:avLst/>
          </a:prstGeom>
          <a:solidFill>
            <a:srgbClr val="007CD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904418" y="2290315"/>
            <a:ext cx="8442782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用于储存城市地址及地址邮编、所属区域等相关信息，该数据表各字段含义如表。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20563" y="192261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16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实验目的</a:t>
            </a:r>
          </a:p>
        </p:txBody>
      </p:sp>
      <p:grpSp>
        <p:nvGrpSpPr>
          <p:cNvPr id="16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17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9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/>
          <p:nvPr/>
        </p:nvSpPr>
        <p:spPr>
          <a:xfrm>
            <a:off x="1755775" y="1135525"/>
            <a:ext cx="43027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构建</a:t>
            </a:r>
            <a:r>
              <a:rPr lang="en-US" altLang="zh-CN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DVD</a:t>
            </a: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租赁商店数据仓库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03225" y="1711326"/>
            <a:ext cx="8337549" cy="4892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altLang="zh-CN" sz="1600" kern="10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基于数据库sakila</a:t>
            </a:r>
            <a:r>
              <a:rPr altLang="zh-CN" sz="1600" kern="100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构建一个星型模型的DVD租赁商店数据仓库</a:t>
            </a:r>
            <a:r>
              <a:rPr altLang="zh-CN" sz="1600" kern="10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，并命名为</a:t>
            </a:r>
            <a:r>
              <a:rPr altLang="zh-CN" sz="1600" kern="100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sakila_dw</a:t>
            </a:r>
            <a:r>
              <a:rPr altLang="zh-CN" sz="1600" kern="10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。数据仓库sakila_dw中的</a:t>
            </a:r>
            <a:r>
              <a:rPr altLang="zh-CN" sz="1600" kern="100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事实表fact_rental</a:t>
            </a:r>
            <a:r>
              <a:rPr altLang="zh-CN" sz="1600" kern="10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是根据数据库sakila中的数据表rental创建的；</a:t>
            </a:r>
            <a:r>
              <a:rPr altLang="zh-CN" sz="1600" kern="100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维度表</a:t>
            </a:r>
            <a:r>
              <a:rPr altLang="zh-CN" sz="1600" kern="10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是根据数据表sakila中数据表的分类创建的，即从</a:t>
            </a:r>
            <a:r>
              <a:rPr altLang="zh-CN" sz="1600" kern="100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人员、时间、地点以及事件</a:t>
            </a:r>
            <a:r>
              <a:rPr altLang="zh-CN" sz="1600" kern="10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四个角度进行创建数据仓库sakila_dw的维度表，具体如下</a:t>
            </a:r>
            <a:r>
              <a:rPr lang="zh-CN" altLang="zh-CN" sz="1600" kern="1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：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sz="1600" kern="1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从</a:t>
            </a:r>
            <a:r>
              <a:rPr lang="zh-CN" altLang="zh-CN" sz="1600" kern="100" dirty="0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人员角度</a:t>
            </a:r>
            <a:r>
              <a:rPr lang="zh-CN" altLang="zh-CN" sz="1600" kern="1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创建</a:t>
            </a:r>
            <a:r>
              <a:rPr lang="zh-CN" altLang="zh-CN" sz="1600" kern="100" dirty="0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维度表</a:t>
            </a:r>
            <a:r>
              <a:rPr lang="en-US" altLang="zh-CN" sz="1600" kern="100" dirty="0" err="1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dim_customer</a:t>
            </a:r>
            <a:r>
              <a:rPr lang="zh-CN" altLang="zh-CN" sz="1600" kern="1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和</a:t>
            </a:r>
            <a:r>
              <a:rPr lang="zh-CN" altLang="zh-CN" sz="1600" kern="100" dirty="0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维度表</a:t>
            </a:r>
            <a:r>
              <a:rPr lang="en-US" altLang="zh-CN" sz="1600" kern="100" dirty="0" err="1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dim_staff</a:t>
            </a:r>
            <a:r>
              <a:rPr lang="zh-CN" altLang="zh-CN" sz="1600" kern="1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，分别表示租赁业务中的客户和员工；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sz="1600" kern="1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从</a:t>
            </a:r>
            <a:r>
              <a:rPr lang="zh-CN" altLang="zh-CN" sz="1600" kern="100" dirty="0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时间角度</a:t>
            </a:r>
            <a:r>
              <a:rPr lang="zh-CN" altLang="zh-CN" sz="1600" kern="1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创建</a:t>
            </a:r>
            <a:r>
              <a:rPr lang="zh-CN" altLang="zh-CN" sz="1600" kern="100" dirty="0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维度表</a:t>
            </a:r>
            <a:r>
              <a:rPr lang="en-US" altLang="zh-CN" sz="1600" kern="100" dirty="0" err="1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dim_date</a:t>
            </a:r>
            <a:r>
              <a:rPr lang="zh-CN" altLang="zh-CN" sz="1600" kern="1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和</a:t>
            </a:r>
            <a:r>
              <a:rPr lang="zh-CN" altLang="zh-CN" sz="1600" kern="100" dirty="0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维度表</a:t>
            </a:r>
            <a:r>
              <a:rPr lang="en-US" altLang="zh-CN" sz="1600" kern="100" dirty="0" err="1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dim_time</a:t>
            </a:r>
            <a:r>
              <a:rPr lang="zh-CN" altLang="zh-CN" sz="1600" kern="1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，用于记录所有</a:t>
            </a:r>
            <a:r>
              <a:rPr lang="en-US" altLang="zh-CN" sz="1600" kern="1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DVD</a:t>
            </a:r>
            <a:r>
              <a:rPr lang="zh-CN" altLang="zh-CN" sz="1600" kern="1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的租赁时间和归还时间；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sz="1600" kern="1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从</a:t>
            </a:r>
            <a:r>
              <a:rPr lang="zh-CN" altLang="zh-CN" sz="1600" kern="100" dirty="0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地点角度</a:t>
            </a:r>
            <a:r>
              <a:rPr lang="zh-CN" altLang="zh-CN" sz="1600" kern="1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创建</a:t>
            </a:r>
            <a:r>
              <a:rPr lang="zh-CN" altLang="zh-CN" sz="1600" kern="100" dirty="0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维度表</a:t>
            </a:r>
            <a:r>
              <a:rPr lang="en-US" altLang="zh-CN" sz="1600" kern="100" dirty="0" err="1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dim_store</a:t>
            </a:r>
            <a:r>
              <a:rPr lang="zh-CN" altLang="zh-CN" sz="1600" kern="1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，用于记录</a:t>
            </a:r>
            <a:r>
              <a:rPr lang="en-US" altLang="zh-CN" sz="1600" kern="1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DVD</a:t>
            </a:r>
            <a:r>
              <a:rPr lang="zh-CN" altLang="zh-CN" sz="1600" kern="1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光盘是从哪个商店租赁的；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sz="1600" kern="1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从</a:t>
            </a:r>
            <a:r>
              <a:rPr lang="zh-CN" altLang="zh-CN" sz="1600" kern="100" dirty="0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事件角度</a:t>
            </a:r>
            <a:r>
              <a:rPr lang="zh-CN" altLang="zh-CN" sz="1600" kern="1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创建</a:t>
            </a:r>
            <a:r>
              <a:rPr lang="zh-CN" altLang="zh-CN" sz="1600" kern="100" dirty="0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维度表</a:t>
            </a:r>
            <a:r>
              <a:rPr lang="en-US" altLang="zh-CN" sz="1600" kern="100" dirty="0" err="1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dim_actor</a:t>
            </a:r>
            <a:r>
              <a:rPr lang="zh-CN" altLang="zh-CN" sz="1600" kern="1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和</a:t>
            </a:r>
            <a:r>
              <a:rPr lang="zh-CN" altLang="zh-CN" sz="1600" kern="100" dirty="0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维度表</a:t>
            </a:r>
            <a:r>
              <a:rPr lang="en-US" altLang="zh-CN" sz="1600" kern="100" dirty="0" err="1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dim_film</a:t>
            </a:r>
            <a:r>
              <a:rPr lang="zh-CN" altLang="zh-CN" sz="1600" kern="1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，其中维度表</a:t>
            </a:r>
            <a:r>
              <a:rPr lang="en-US" altLang="zh-CN" sz="1600" kern="100" dirty="0" err="1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dim_actor</a:t>
            </a:r>
            <a:r>
              <a:rPr lang="zh-CN" altLang="zh-CN" sz="1600" kern="1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用于记录演员的基本信息，维度表</a:t>
            </a:r>
            <a:r>
              <a:rPr lang="en-US" altLang="zh-CN" sz="1600" kern="100" dirty="0" err="1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dim_film</a:t>
            </a:r>
            <a:r>
              <a:rPr lang="zh-CN" altLang="zh-CN" sz="1600" kern="1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用于记录电影的基本信息。由于电影是租赁和归还的实际对象，因此维度表</a:t>
            </a:r>
            <a:r>
              <a:rPr lang="en-US" altLang="zh-CN" sz="1600" kern="100" dirty="0" err="1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dim_film</a:t>
            </a:r>
            <a:r>
              <a:rPr lang="zh-CN" altLang="zh-CN" sz="1600" kern="1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应与</a:t>
            </a:r>
            <a:r>
              <a:rPr lang="zh-CN" altLang="zh-CN" sz="1600" kern="100" dirty="0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事实表</a:t>
            </a:r>
            <a:r>
              <a:rPr lang="en-US" altLang="zh-CN" sz="1600" kern="100" dirty="0" err="1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fact_rental</a:t>
            </a:r>
            <a:r>
              <a:rPr lang="zh-CN" altLang="zh-CN" sz="1600" kern="1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关联。一部电影是由多位演员出演，所以会有</a:t>
            </a:r>
            <a:r>
              <a:rPr lang="zh-CN" altLang="zh-CN" sz="1600" kern="100" dirty="0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桥接表</a:t>
            </a:r>
            <a:r>
              <a:rPr lang="en-US" altLang="zh-CN" sz="1600" kern="100" dirty="0" err="1">
                <a:solidFill>
                  <a:srgbClr val="0073D2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dim_film_actor_bridge</a:t>
            </a:r>
            <a:r>
              <a:rPr lang="zh-CN" altLang="zh-CN" sz="1600" kern="1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，该表将电影与演员相关联。</a:t>
            </a: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实验目的</a:t>
            </a:r>
          </a:p>
        </p:txBody>
      </p:sp>
      <p:grpSp>
        <p:nvGrpSpPr>
          <p:cNvPr id="16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17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9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/>
          <p:nvPr/>
        </p:nvSpPr>
        <p:spPr>
          <a:xfrm>
            <a:off x="1755775" y="1135525"/>
            <a:ext cx="43027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构建</a:t>
            </a:r>
            <a:r>
              <a:rPr lang="en-US" altLang="zh-CN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DVD</a:t>
            </a: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租赁商店数据仓库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03225" y="1998663"/>
            <a:ext cx="8337549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sz="2000" kern="10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数据仓库sakila_dw中的每个维度表（dim_date和dim_time除外）都对应着数据库sakila中某个数据表，例如维度表dim_store对应着数据表store、维度表dim_actor对应着数据表actor。</a:t>
            </a: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实验目的</a:t>
            </a:r>
          </a:p>
        </p:txBody>
      </p:sp>
      <p:grpSp>
        <p:nvGrpSpPr>
          <p:cNvPr id="7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8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0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1755775" y="1135525"/>
            <a:ext cx="31854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数据仓库的架构模型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0825" y="2515235"/>
            <a:ext cx="4225290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数据仓库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sakila_dw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的架构模型是一个星型模型，其中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dim_film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表、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dim_customer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表、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dim_actor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表、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dim_store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表、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dim_staff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表、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dim_date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表以及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dim_time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表均为维度表；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fact_rental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表为事实表。</a:t>
            </a:r>
          </a:p>
        </p:txBody>
      </p:sp>
      <p:pic>
        <p:nvPicPr>
          <p:cNvPr id="12" name="图片 11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152" y="1691959"/>
            <a:ext cx="4201796" cy="4792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实验目的</a:t>
            </a:r>
          </a:p>
        </p:txBody>
      </p:sp>
      <p:grpSp>
        <p:nvGrpSpPr>
          <p:cNvPr id="33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34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36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矩形 36"/>
          <p:cNvSpPr/>
          <p:nvPr/>
        </p:nvSpPr>
        <p:spPr>
          <a:xfrm>
            <a:off x="1755775" y="1135525"/>
            <a:ext cx="28520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数据仓库效果预览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02917" y="1944318"/>
            <a:ext cx="28212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buSzPts val="1050"/>
              <a:tabLst>
                <a:tab pos="356235" algn="l"/>
              </a:tabLst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维度表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dim_date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中的数据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4"/>
          <a:srcRect b="53185"/>
          <a:stretch>
            <a:fillRect/>
          </a:stretch>
        </p:blipFill>
        <p:spPr>
          <a:xfrm>
            <a:off x="0" y="2493010"/>
            <a:ext cx="9144000" cy="737235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274695"/>
            <a:ext cx="9144000" cy="746760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126230"/>
            <a:ext cx="4279900" cy="101600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实验目的</a:t>
            </a:r>
          </a:p>
        </p:txBody>
      </p:sp>
      <p:grpSp>
        <p:nvGrpSpPr>
          <p:cNvPr id="7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8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0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1755775" y="1135525"/>
            <a:ext cx="28520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数据仓库效果预览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20078" y="2096889"/>
            <a:ext cx="278701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>
              <a:spcAft>
                <a:spcPts val="0"/>
              </a:spcAft>
              <a:buSzPts val="1050"/>
              <a:tabLst>
                <a:tab pos="356235" algn="l"/>
              </a:tabLst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维度表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dim_time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中的数据</a:t>
            </a:r>
          </a:p>
        </p:txBody>
      </p:sp>
      <p:sp>
        <p:nvSpPr>
          <p:cNvPr id="16" name="矩形 15"/>
          <p:cNvSpPr/>
          <p:nvPr/>
        </p:nvSpPr>
        <p:spPr>
          <a:xfrm>
            <a:off x="626427" y="3562933"/>
            <a:ext cx="280860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buSzPts val="1050"/>
              <a:tabLst>
                <a:tab pos="356235" algn="l"/>
              </a:tabLst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维度表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dim_staff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中的数据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95" y="2437130"/>
            <a:ext cx="4660900" cy="9652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911600"/>
            <a:ext cx="9144000" cy="100266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实验目的</a:t>
            </a:r>
          </a:p>
        </p:txBody>
      </p:sp>
      <p:grpSp>
        <p:nvGrpSpPr>
          <p:cNvPr id="7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8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0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1755775" y="1135525"/>
            <a:ext cx="28520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数据仓库效果预览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20395" y="2060059"/>
            <a:ext cx="334137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Aft>
                <a:spcPts val="0"/>
              </a:spcAft>
              <a:buSzPts val="1050"/>
              <a:tabLst>
                <a:tab pos="356235" algn="l"/>
              </a:tabLst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维度表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dim_customer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中的数据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04110"/>
            <a:ext cx="9144000" cy="8470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374390"/>
            <a:ext cx="9144000" cy="80327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20078" y="4300974"/>
            <a:ext cx="286448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Aft>
                <a:spcPts val="0"/>
              </a:spcAft>
              <a:buSzPts val="1050"/>
              <a:tabLst>
                <a:tab pos="356235" algn="l"/>
              </a:tabLst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维度表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dim_store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中的数据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669155"/>
            <a:ext cx="9144000" cy="69405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411470"/>
            <a:ext cx="6019800" cy="99060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实验目的</a:t>
            </a:r>
          </a:p>
        </p:txBody>
      </p:sp>
      <p:grpSp>
        <p:nvGrpSpPr>
          <p:cNvPr id="7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8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0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1755775" y="1135525"/>
            <a:ext cx="28520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数据仓库效果预览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53123" y="2060059"/>
            <a:ext cx="287591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Aft>
                <a:spcPts val="0"/>
              </a:spcAft>
              <a:buSzPts val="1050"/>
              <a:tabLst>
                <a:tab pos="356235" algn="l"/>
              </a:tabLst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维度表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dim_actor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中的数据</a:t>
            </a:r>
          </a:p>
        </p:txBody>
      </p:sp>
      <p:sp>
        <p:nvSpPr>
          <p:cNvPr id="5" name="矩形 4"/>
          <p:cNvSpPr/>
          <p:nvPr/>
        </p:nvSpPr>
        <p:spPr>
          <a:xfrm>
            <a:off x="853440" y="3295134"/>
            <a:ext cx="271145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Aft>
                <a:spcPts val="0"/>
              </a:spcAft>
              <a:buSzPts val="1050"/>
              <a:tabLst>
                <a:tab pos="356235" algn="l"/>
              </a:tabLst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维度表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dim_film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中的数据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" y="2428875"/>
            <a:ext cx="4991100" cy="8661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0" y="3636010"/>
            <a:ext cx="9144000" cy="6794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" y="4315460"/>
            <a:ext cx="9144000" cy="68389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20" y="4959350"/>
            <a:ext cx="9144000" cy="69532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220" y="5651500"/>
            <a:ext cx="9144000" cy="75819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ChangeArrowheads="1"/>
          </p:cNvSpPr>
          <p:nvPr/>
        </p:nvSpPr>
        <p:spPr bwMode="auto">
          <a:xfrm>
            <a:off x="250825" y="136525"/>
            <a:ext cx="58848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实验目的</a:t>
            </a:r>
          </a:p>
        </p:txBody>
      </p:sp>
      <p:grpSp>
        <p:nvGrpSpPr>
          <p:cNvPr id="7" name="矩形 6"/>
          <p:cNvGrpSpPr/>
          <p:nvPr/>
        </p:nvGrpSpPr>
        <p:grpSpPr bwMode="auto">
          <a:xfrm>
            <a:off x="0" y="952500"/>
            <a:ext cx="9144000" cy="812800"/>
            <a:chOff x="0" y="600"/>
            <a:chExt cx="5760" cy="512"/>
          </a:xfrm>
        </p:grpSpPr>
        <p:pic>
          <p:nvPicPr>
            <p:cNvPr id="8" name="矩形 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00"/>
              <a:ext cx="576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 Box 3"/>
            <p:cNvSpPr txBox="1">
              <a:spLocks noChangeArrowheads="1"/>
            </p:cNvSpPr>
            <p:nvPr/>
          </p:nvSpPr>
          <p:spPr bwMode="auto">
            <a:xfrm>
              <a:off x="0" y="611"/>
              <a:ext cx="576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pic>
        <p:nvPicPr>
          <p:cNvPr id="10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69963"/>
            <a:ext cx="1323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1755775" y="1135525"/>
            <a:ext cx="28520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数据仓库效果预览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20078" y="2096889"/>
            <a:ext cx="422402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>
              <a:spcAft>
                <a:spcPts val="0"/>
              </a:spcAft>
              <a:buSzPts val="1050"/>
              <a:tabLst>
                <a:tab pos="356235" algn="l"/>
              </a:tabLst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桥接表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dim_film_actor_bridge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中的数据</a:t>
            </a:r>
          </a:p>
        </p:txBody>
      </p:sp>
      <p:sp>
        <p:nvSpPr>
          <p:cNvPr id="16" name="矩形 15"/>
          <p:cNvSpPr/>
          <p:nvPr/>
        </p:nvSpPr>
        <p:spPr>
          <a:xfrm>
            <a:off x="626427" y="3562933"/>
            <a:ext cx="294703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buSzPts val="1050"/>
              <a:tabLst>
                <a:tab pos="356235" algn="l"/>
              </a:tabLst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事实表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fact_rental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中的数据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110" y="2498725"/>
            <a:ext cx="3746500" cy="9398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938270"/>
            <a:ext cx="9144000" cy="73025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标题 1"/>
          <p:cNvSpPr>
            <a:spLocks noChangeArrowheads="1"/>
          </p:cNvSpPr>
          <p:nvPr/>
        </p:nvSpPr>
        <p:spPr bwMode="auto">
          <a:xfrm>
            <a:off x="1768475" y="179705"/>
            <a:ext cx="318135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 sz="3600" b="1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实验步骤</a:t>
            </a:r>
          </a:p>
        </p:txBody>
      </p:sp>
      <p:sp>
        <p:nvSpPr>
          <p:cNvPr id="35" name="矩形 4"/>
          <p:cNvSpPr>
            <a:spLocks noChangeArrowheads="1"/>
          </p:cNvSpPr>
          <p:nvPr/>
        </p:nvSpPr>
        <p:spPr bwMode="auto">
          <a:xfrm>
            <a:off x="882650" y="1642035"/>
            <a:ext cx="7378699" cy="1337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algn="just" eaLnBrk="1">
              <a:lnSpc>
                <a:spcPct val="15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请大家在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MySQL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里使用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sakila_dw_schema.sql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脚本文件创建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sakila_dw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数据仓库</a:t>
            </a:r>
          </a:p>
          <a:p>
            <a:pPr indent="457200" algn="just" eaLnBrk="1">
              <a:lnSpc>
                <a:spcPct val="15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按照实验步骤加载数据到数据仓库的表中</a:t>
            </a: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 anchorCtr="1"/>
          <a:lstStyle/>
          <a:p>
            <a:pPr eaLnBrk="1" hangingPunct="1"/>
            <a:r>
              <a:rPr lang="zh-CN" altLang="en-US" sz="3200" dirty="0">
                <a:ea typeface="宋体" pitchFamily="2" charset="-122"/>
              </a:rPr>
              <a:t>数据仓库与</a:t>
            </a:r>
            <a:r>
              <a:rPr lang="en-US" altLang="zh-CN" sz="3200" dirty="0">
                <a:ea typeface="宋体" pitchFamily="2" charset="-122"/>
              </a:rPr>
              <a:t>OLAP</a:t>
            </a:r>
            <a:r>
              <a:rPr lang="zh-CN" altLang="en-US" sz="3200" dirty="0">
                <a:ea typeface="宋体" pitchFamily="2" charset="-122"/>
              </a:rPr>
              <a:t>实验</a:t>
            </a:r>
          </a:p>
        </p:txBody>
      </p:sp>
      <p:sp>
        <p:nvSpPr>
          <p:cNvPr id="6147" name="Rectangle 3"/>
          <p:cNvSpPr>
            <a:spLocks noGrp="1"/>
          </p:cNvSpPr>
          <p:nvPr>
            <p:ph sz="half" idx="1"/>
          </p:nvPr>
        </p:nvSpPr>
        <p:spPr>
          <a:xfrm>
            <a:off x="395288" y="1125538"/>
            <a:ext cx="8229600" cy="5732462"/>
          </a:xfrm>
        </p:spPr>
        <p:txBody>
          <a:bodyPr vert="horz" wrap="square" lIns="92075" tIns="46038" rIns="92075" bIns="46038" anchor="t" anchorCtr="0"/>
          <a:lstStyle/>
          <a:p>
            <a:pPr marL="0" indent="0" eaLnBrk="1" hangingPunct="1">
              <a:lnSpc>
                <a:spcPct val="150000"/>
              </a:lnSpc>
              <a:buClrTx/>
              <a:buSzPct val="120000"/>
              <a:buFontTx/>
              <a:buNone/>
            </a:pPr>
            <a:r>
              <a:rPr lang="en-US" altLang="zh-CN" sz="2400" dirty="0">
                <a:solidFill>
                  <a:srgbClr val="4F6287"/>
                </a:solidFill>
                <a:latin typeface="Calibri" pitchFamily="34" charset="0"/>
                <a:ea typeface="宋体" pitchFamily="2" charset="-122"/>
                <a:cs typeface="+mn-cs"/>
              </a:rPr>
              <a:t>1. </a:t>
            </a:r>
            <a:r>
              <a:rPr lang="zh-CN" altLang="en-US" sz="2400" dirty="0">
                <a:solidFill>
                  <a:srgbClr val="4F6287"/>
                </a:solidFill>
                <a:latin typeface="Calibri" pitchFamily="34" charset="0"/>
                <a:ea typeface="宋体" pitchFamily="2" charset="-122"/>
                <a:cs typeface="+mn-cs"/>
              </a:rPr>
              <a:t>数据仓库构建</a:t>
            </a:r>
          </a:p>
          <a:p>
            <a:pPr marL="0" indent="0" eaLnBrk="1" hangingPunct="1">
              <a:lnSpc>
                <a:spcPct val="150000"/>
              </a:lnSpc>
              <a:buClrTx/>
              <a:buSzPct val="120000"/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  <a:cs typeface="+mn-cs"/>
              </a:rPr>
              <a:t>2. OLAP</a:t>
            </a:r>
          </a:p>
        </p:txBody>
      </p:sp>
      <p:sp>
        <p:nvSpPr>
          <p:cNvPr id="6148" name="AutoShape 4"/>
          <p:cNvSpPr/>
          <p:nvPr/>
        </p:nvSpPr>
        <p:spPr>
          <a:xfrm rot="9430553">
            <a:off x="2053590" y="1676400"/>
            <a:ext cx="522288" cy="541338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rgbClr val="3399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wrap="none" anchor="ctr" anchorCtr="0"/>
          <a:lstStyle>
            <a:lvl1pPr marL="449580" indent="-44958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SzPct val="120000"/>
              <a:buBlip>
                <a:blip r:embed="rId3"/>
              </a:buBlip>
              <a:defRPr sz="2400" b="1">
                <a:solidFill>
                  <a:srgbClr val="133984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Arial" panose="020B0604020202020204" pitchFamily="34" charset="0"/>
              <a:buChar char="—"/>
              <a:defRPr sz="2000" b="1">
                <a:solidFill>
                  <a:srgbClr val="133984"/>
                </a:solidFill>
                <a:latin typeface="+mn-lt"/>
                <a:ea typeface="+mn-ea"/>
              </a:defRPr>
            </a:lvl2pPr>
            <a:lvl3pPr marL="132270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133984"/>
                </a:solidFill>
                <a:latin typeface="+mn-lt"/>
                <a:ea typeface="黑体" pitchFamily="49" charset="-122"/>
              </a:defRPr>
            </a:lvl3pPr>
            <a:lvl4pPr marL="17303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213868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SzTx/>
              <a:buNone/>
            </a:pPr>
            <a:endParaRPr lang="zh-CN" altLang="zh-CN" b="0" dirty="0">
              <a:solidFill>
                <a:schemeClr val="tx1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标题 1"/>
          <p:cNvSpPr>
            <a:spLocks noChangeArrowheads="1"/>
          </p:cNvSpPr>
          <p:nvPr/>
        </p:nvSpPr>
        <p:spPr bwMode="auto">
          <a:xfrm>
            <a:off x="1768475" y="179705"/>
            <a:ext cx="4418965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en-US" altLang="zh-CN" sz="3600" b="1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OLAP</a:t>
            </a:r>
            <a:r>
              <a:rPr lang="zh-CN" altLang="en-US" sz="3600" b="1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的基本概念</a:t>
            </a:r>
          </a:p>
        </p:txBody>
      </p:sp>
      <p:sp>
        <p:nvSpPr>
          <p:cNvPr id="35" name="矩形 4"/>
          <p:cNvSpPr>
            <a:spLocks noChangeArrowheads="1"/>
          </p:cNvSpPr>
          <p:nvPr/>
        </p:nvSpPr>
        <p:spPr bwMode="auto">
          <a:xfrm>
            <a:off x="882650" y="1022910"/>
            <a:ext cx="7378699" cy="21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algn="just" eaLnBrk="1">
              <a:lnSpc>
                <a:spcPct val="150000"/>
              </a:lnSpc>
            </a:pPr>
            <a:r>
              <a:rPr lang="en-US" altLang="zh-CN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OLAP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（online analysis processing），联机分析处理技术，多应用于</a:t>
            </a:r>
            <a:r>
              <a:rPr lang="en-US" altLang="zh-CN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BI工具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。它帮助数据分析师从多个角度对数据进行分析和数据挖掘，用于多维数据查询和报表处理，核心是</a:t>
            </a:r>
            <a:r>
              <a:rPr lang="en-US" altLang="zh-CN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多维度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indent="457200" algn="just" eaLnBrk="1">
              <a:lnSpc>
                <a:spcPct val="15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OLAP多维分析技术的数据处理逻辑是首先把数据预处理成</a:t>
            </a:r>
            <a:r>
              <a:rPr lang="en-US" altLang="zh-CN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数据立方体</a:t>
            </a:r>
            <a:r>
              <a:rPr lang="zh-CN" altLang="en-US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，也叫多维数据模型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。以服装销售数据情况为例：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765" y="3605530"/>
            <a:ext cx="2807335" cy="261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标题 1"/>
          <p:cNvSpPr>
            <a:spLocks noChangeArrowheads="1"/>
          </p:cNvSpPr>
          <p:nvPr/>
        </p:nvSpPr>
        <p:spPr bwMode="auto">
          <a:xfrm>
            <a:off x="1768475" y="179705"/>
            <a:ext cx="4418965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en-US" altLang="zh-CN" sz="3600" b="1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OLAP</a:t>
            </a:r>
            <a:r>
              <a:rPr lang="zh-CN" altLang="en-US" sz="3600" b="1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的基本概念</a:t>
            </a:r>
          </a:p>
        </p:txBody>
      </p:sp>
      <p:sp>
        <p:nvSpPr>
          <p:cNvPr id="35" name="矩形 4"/>
          <p:cNvSpPr>
            <a:spLocks noChangeArrowheads="1"/>
          </p:cNvSpPr>
          <p:nvPr/>
        </p:nvSpPr>
        <p:spPr bwMode="auto">
          <a:xfrm>
            <a:off x="882650" y="1642035"/>
            <a:ext cx="7378699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algn="just" eaLnBrk="1">
              <a:lnSpc>
                <a:spcPct val="15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OLAP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4465" y="1009015"/>
            <a:ext cx="2279650" cy="21247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4155" y="1134745"/>
            <a:ext cx="4218940" cy="15208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9585" y="3159125"/>
            <a:ext cx="3687445" cy="3232785"/>
          </a:xfrm>
          <a:prstGeom prst="rect">
            <a:avLst/>
          </a:prstGeom>
        </p:spPr>
      </p:pic>
      <p:cxnSp>
        <p:nvCxnSpPr>
          <p:cNvPr id="7" name="直接箭头连接符 6"/>
          <p:cNvCxnSpPr>
            <a:stCxn id="4" idx="3"/>
          </p:cNvCxnSpPr>
          <p:nvPr/>
        </p:nvCxnSpPr>
        <p:spPr>
          <a:xfrm>
            <a:off x="2115185" y="2071370"/>
            <a:ext cx="648970" cy="0"/>
          </a:xfrm>
          <a:prstGeom prst="straightConnector1">
            <a:avLst/>
          </a:prstGeom>
          <a:solidFill>
            <a:srgbClr val="EAEAEA"/>
          </a:solidFill>
          <a:ln w="25400" cap="flat" cmpd="sng" algn="ctr">
            <a:solidFill>
              <a:srgbClr val="133984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8" name="直接箭头连接符 7"/>
          <p:cNvCxnSpPr>
            <a:stCxn id="5" idx="2"/>
          </p:cNvCxnSpPr>
          <p:nvPr/>
        </p:nvCxnSpPr>
        <p:spPr>
          <a:xfrm>
            <a:off x="4873625" y="2655570"/>
            <a:ext cx="0" cy="467995"/>
          </a:xfrm>
          <a:prstGeom prst="straightConnector1">
            <a:avLst/>
          </a:prstGeom>
          <a:solidFill>
            <a:srgbClr val="EAEAEA"/>
          </a:solidFill>
          <a:ln w="25400" cap="flat" cmpd="sng" algn="ctr">
            <a:solidFill>
              <a:srgbClr val="133984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9" name="文本框 8"/>
          <p:cNvSpPr txBox="1"/>
          <p:nvPr/>
        </p:nvSpPr>
        <p:spPr>
          <a:xfrm>
            <a:off x="2124075" y="1642110"/>
            <a:ext cx="640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拆解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873625" y="2705100"/>
            <a:ext cx="4069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增加地域维度、支付维度、用户维度等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12420" y="3123565"/>
            <a:ext cx="94805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>
                <a:latin typeface="华文楷体" panose="02010600040101010101" charset="-122"/>
                <a:ea typeface="华文楷体" panose="02010600040101010101" charset="-122"/>
              </a:rPr>
              <a:t>数据立方体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983095" y="1711325"/>
            <a:ext cx="110109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>
                <a:latin typeface="华文楷体" panose="02010600040101010101" charset="-122"/>
                <a:ea typeface="华文楷体" panose="02010600040101010101" charset="-122"/>
              </a:rPr>
              <a:t>多维数据模型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983095" y="4530725"/>
            <a:ext cx="79502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>
                <a:latin typeface="华文楷体" panose="02010600040101010101" charset="-122"/>
                <a:ea typeface="华文楷体" panose="02010600040101010101" charset="-122"/>
              </a:rPr>
              <a:t>星型模型</a:t>
            </a: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标题 1"/>
          <p:cNvSpPr>
            <a:spLocks noChangeArrowheads="1"/>
          </p:cNvSpPr>
          <p:nvPr/>
        </p:nvSpPr>
        <p:spPr bwMode="auto">
          <a:xfrm>
            <a:off x="1768475" y="179705"/>
            <a:ext cx="4418965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en-US" altLang="zh-CN" sz="3600" b="1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OLAP</a:t>
            </a:r>
            <a:r>
              <a:rPr lang="zh-CN" altLang="en-US" sz="3600" b="1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的基本概念</a:t>
            </a:r>
          </a:p>
        </p:txBody>
      </p:sp>
      <p:sp>
        <p:nvSpPr>
          <p:cNvPr id="35" name="矩形 4"/>
          <p:cNvSpPr>
            <a:spLocks noChangeArrowheads="1"/>
          </p:cNvSpPr>
          <p:nvPr/>
        </p:nvSpPr>
        <p:spPr bwMode="auto">
          <a:xfrm>
            <a:off x="481330" y="1106805"/>
            <a:ext cx="8274050" cy="5262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algn="just" eaLnBrk="1">
              <a:lnSpc>
                <a:spcPct val="150000"/>
              </a:lnSpc>
            </a:pP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针对数据立方体包含的操作有：</a:t>
            </a:r>
            <a:r>
              <a:rPr lang="zh-CN" altLang="en-US" sz="16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下钻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（drill- down）、</a:t>
            </a:r>
            <a:r>
              <a:rPr lang="zh-CN" altLang="en-US" sz="16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上卷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（roll- up）、</a:t>
            </a:r>
            <a:r>
              <a:rPr lang="zh-CN" altLang="en-US" sz="16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切片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（slice）、</a:t>
            </a:r>
            <a:r>
              <a:rPr lang="zh-CN" altLang="en-US" sz="16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切块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（dice）、</a:t>
            </a:r>
            <a:r>
              <a:rPr lang="zh-CN" altLang="en-US" sz="16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旋转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（pivot）</a:t>
            </a:r>
          </a:p>
          <a:p>
            <a:pPr indent="457200" algn="just" eaLnBrk="1">
              <a:lnSpc>
                <a:spcPct val="150000"/>
              </a:lnSpc>
            </a:pPr>
            <a:r>
              <a:rPr lang="zh-CN" altLang="en-US" sz="16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下钻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：往更细粒度深挖，</a:t>
            </a:r>
            <a:r>
              <a:rPr lang="zh-CN" altLang="en-US" sz="16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从上一层次到下一层次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，例如：浙江省维度的数据，经过钻取可以分为杭州市、宁波市，湖州市、绍兴市等地级市维度的数据；</a:t>
            </a:r>
          </a:p>
          <a:p>
            <a:pPr indent="457200" algn="just" eaLnBrk="1">
              <a:lnSpc>
                <a:spcPct val="150000"/>
              </a:lnSpc>
            </a:pPr>
            <a:r>
              <a:rPr lang="zh-CN" altLang="en-US" sz="16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上卷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：和钻取意思相反，</a:t>
            </a:r>
            <a:r>
              <a:rPr lang="zh-CN" altLang="en-US" sz="16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从细粒度向上聚合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，例如将北京、上海、深圳、广州的销售数据进行汇总查看一线城市的销售数据；将2020年四个季度的数据汇总成2020年总数据等都属于上卷；</a:t>
            </a:r>
          </a:p>
          <a:p>
            <a:pPr indent="457200" algn="just" eaLnBrk="1">
              <a:lnSpc>
                <a:spcPct val="150000"/>
              </a:lnSpc>
            </a:pPr>
            <a:r>
              <a:rPr lang="zh-CN" altLang="en-US" sz="16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切片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16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选中特定的值进行分析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，比如只选择电子产品的销售数据，或只选择浙江省一个省粒度进行分析；</a:t>
            </a:r>
          </a:p>
          <a:p>
            <a:pPr indent="457200" algn="just" eaLnBrk="1">
              <a:lnSpc>
                <a:spcPct val="150000"/>
              </a:lnSpc>
            </a:pPr>
            <a:r>
              <a:rPr lang="zh-CN" altLang="en-US" sz="16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切块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：比切片粒度更大，</a:t>
            </a:r>
            <a:r>
              <a:rPr lang="zh-CN" altLang="en-US" sz="16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选择某个维度中多个范围内的数据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。例如选择2020年第一季度到第二季度的销售数据，产品种类中电子产品和日用品的销售数据；</a:t>
            </a:r>
          </a:p>
          <a:p>
            <a:pPr indent="457200" algn="just" eaLnBrk="1">
              <a:lnSpc>
                <a:spcPct val="150000"/>
              </a:lnSpc>
            </a:pPr>
            <a:r>
              <a:rPr lang="zh-CN" altLang="en-US" sz="16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旋转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：即</a:t>
            </a:r>
            <a:r>
              <a:rPr lang="zh-CN" altLang="en-US" sz="16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维度位置互换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，像一张表的行和列互换，旋转是根据不同的需求，改变分析角度。例如本来将产品作为观察角度，在地域和时间维度上不同产品的销售情况，旋转之后分析不同地区的销售情况。</a:t>
            </a: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标题 1"/>
          <p:cNvSpPr>
            <a:spLocks noChangeArrowheads="1"/>
          </p:cNvSpPr>
          <p:nvPr/>
        </p:nvSpPr>
        <p:spPr bwMode="auto">
          <a:xfrm>
            <a:off x="1768475" y="179705"/>
            <a:ext cx="4418965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en-US" altLang="zh-CN" sz="3600" b="1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OLAP</a:t>
            </a:r>
            <a:r>
              <a:rPr lang="zh-CN" altLang="en-US" sz="3600" b="1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操作示例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4350AB4-2A4D-AE50-F286-C969626037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9740"/>
            <a:ext cx="3143412" cy="205750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DEB705F-1861-4DB1-4180-36995445B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984" y="3600754"/>
            <a:ext cx="3378374" cy="282589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399F7F3-396C-F5C0-672B-DD05050578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779" y="1047277"/>
            <a:ext cx="3124361" cy="166378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7A105C5-2A59-42CA-E7F0-5322331BB4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0473" y="2813460"/>
            <a:ext cx="3352972" cy="208290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76AC13A-C574-8817-7B59-E777CAC884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079" y="4998764"/>
            <a:ext cx="4235668" cy="131451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0f62f4b-6689-47c9-ae24-8d00c86ca51c}"/>
</p:tagLst>
</file>

<file path=ppt/theme/theme1.xml><?xml version="1.0" encoding="utf-8"?>
<a:theme xmlns:a="http://schemas.openxmlformats.org/drawingml/2006/main" name="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56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57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58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59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60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61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62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63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64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65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66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67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68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69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70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71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72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73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74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75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176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177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178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79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80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82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183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84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85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86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87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188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89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90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191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192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93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194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195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196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97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8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199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201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6.xml><?xml version="1.0" encoding="utf-8"?>
<a:theme xmlns:a="http://schemas.openxmlformats.org/drawingml/2006/main" name="203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7.xml><?xml version="1.0" encoding="utf-8"?>
<a:theme xmlns:a="http://schemas.openxmlformats.org/drawingml/2006/main" name="204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8.xml><?xml version="1.0" encoding="utf-8"?>
<a:theme xmlns:a="http://schemas.openxmlformats.org/drawingml/2006/main" name="205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9.xml><?xml version="1.0" encoding="utf-8"?>
<a:theme xmlns:a="http://schemas.openxmlformats.org/drawingml/2006/main" name="206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0.xml><?xml version="1.0" encoding="utf-8"?>
<a:theme xmlns:a="http://schemas.openxmlformats.org/drawingml/2006/main" name="207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1.xml><?xml version="1.0" encoding="utf-8"?>
<a:theme xmlns:a="http://schemas.openxmlformats.org/drawingml/2006/main" name="208_中国发展论坛张杰校长报告070930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25400" cap="flat" cmpd="sng" algn="ctr">
          <a:solidFill>
            <a:srgbClr val="133984"/>
          </a:solidFill>
          <a:prstDash val="solid"/>
          <a:round/>
          <a:headEnd type="none" w="med" len="med"/>
          <a:tailEnd type="triangle" w="med" len="med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2680</Words>
  <Application>Microsoft Office PowerPoint</Application>
  <PresentationFormat>全屏显示(4:3)</PresentationFormat>
  <Paragraphs>505</Paragraphs>
  <Slides>40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51</vt:i4>
      </vt:variant>
      <vt:variant>
        <vt:lpstr>幻灯片标题</vt:lpstr>
      </vt:variant>
      <vt:variant>
        <vt:i4>40</vt:i4>
      </vt:variant>
    </vt:vector>
  </HeadingPairs>
  <TitlesOfParts>
    <vt:vector size="101" baseType="lpstr">
      <vt:lpstr>华文楷体</vt:lpstr>
      <vt:lpstr>华文新魏</vt:lpstr>
      <vt:lpstr>宋体</vt:lpstr>
      <vt:lpstr>微软雅黑</vt:lpstr>
      <vt:lpstr>Arial</vt:lpstr>
      <vt:lpstr>Book Antiqua</vt:lpstr>
      <vt:lpstr>Calibri</vt:lpstr>
      <vt:lpstr>Tahoma</vt:lpstr>
      <vt:lpstr>Times New Roman</vt:lpstr>
      <vt:lpstr>Wingdings</vt:lpstr>
      <vt:lpstr>中国发展论坛张杰校长报告070930</vt:lpstr>
      <vt:lpstr>156_中国发展论坛张杰校长报告070930</vt:lpstr>
      <vt:lpstr>157_中国发展论坛张杰校长报告070930</vt:lpstr>
      <vt:lpstr>158_中国发展论坛张杰校长报告070930</vt:lpstr>
      <vt:lpstr>159_中国发展论坛张杰校长报告070930</vt:lpstr>
      <vt:lpstr>160_中国发展论坛张杰校长报告070930</vt:lpstr>
      <vt:lpstr>161_中国发展论坛张杰校长报告070930</vt:lpstr>
      <vt:lpstr>162_中国发展论坛张杰校长报告070930</vt:lpstr>
      <vt:lpstr>163_中国发展论坛张杰校长报告070930</vt:lpstr>
      <vt:lpstr>164_中国发展论坛张杰校长报告070930</vt:lpstr>
      <vt:lpstr>165_中国发展论坛张杰校长报告070930</vt:lpstr>
      <vt:lpstr>166_中国发展论坛张杰校长报告070930</vt:lpstr>
      <vt:lpstr>167_中国发展论坛张杰校长报告070930</vt:lpstr>
      <vt:lpstr>168_中国发展论坛张杰校长报告070930</vt:lpstr>
      <vt:lpstr>169_中国发展论坛张杰校长报告070930</vt:lpstr>
      <vt:lpstr>170_中国发展论坛张杰校长报告070930</vt:lpstr>
      <vt:lpstr>171_中国发展论坛张杰校长报告070930</vt:lpstr>
      <vt:lpstr>172_中国发展论坛张杰校长报告070930</vt:lpstr>
      <vt:lpstr>173_中国发展论坛张杰校长报告070930</vt:lpstr>
      <vt:lpstr>174_中国发展论坛张杰校长报告070930</vt:lpstr>
      <vt:lpstr>175_中国发展论坛张杰校长报告070930</vt:lpstr>
      <vt:lpstr>176_中国发展论坛张杰校长报告070930</vt:lpstr>
      <vt:lpstr>177_中国发展论坛张杰校长报告070930</vt:lpstr>
      <vt:lpstr>178_中国发展论坛张杰校长报告070930</vt:lpstr>
      <vt:lpstr>179_中国发展论坛张杰校长报告070930</vt:lpstr>
      <vt:lpstr>180_中国发展论坛张杰校长报告070930</vt:lpstr>
      <vt:lpstr>182_中国发展论坛张杰校长报告070930</vt:lpstr>
      <vt:lpstr>183_中国发展论坛张杰校长报告070930</vt:lpstr>
      <vt:lpstr>184_中国发展论坛张杰校长报告070930</vt:lpstr>
      <vt:lpstr>185_中国发展论坛张杰校长报告070930</vt:lpstr>
      <vt:lpstr>186_中国发展论坛张杰校长报告070930</vt:lpstr>
      <vt:lpstr>187_中国发展论坛张杰校长报告070930</vt:lpstr>
      <vt:lpstr>188_中国发展论坛张杰校长报告070930</vt:lpstr>
      <vt:lpstr>189_中国发展论坛张杰校长报告070930</vt:lpstr>
      <vt:lpstr>190_中国发展论坛张杰校长报告070930</vt:lpstr>
      <vt:lpstr>191_中国发展论坛张杰校长报告070930</vt:lpstr>
      <vt:lpstr>192_中国发展论坛张杰校长报告070930</vt:lpstr>
      <vt:lpstr>193_中国发展论坛张杰校长报告070930</vt:lpstr>
      <vt:lpstr>194_中国发展论坛张杰校长报告070930</vt:lpstr>
      <vt:lpstr>195_中国发展论坛张杰校长报告070930</vt:lpstr>
      <vt:lpstr>196_中国发展论坛张杰校长报告070930</vt:lpstr>
      <vt:lpstr>197_中国发展论坛张杰校长报告070930</vt:lpstr>
      <vt:lpstr>198_中国发展论坛张杰校长报告070930</vt:lpstr>
      <vt:lpstr>199_中国发展论坛张杰校长报告070930</vt:lpstr>
      <vt:lpstr>201_中国发展论坛张杰校长报告070930</vt:lpstr>
      <vt:lpstr>203_中国发展论坛张杰校长报告070930</vt:lpstr>
      <vt:lpstr>204_中国发展论坛张杰校长报告070930</vt:lpstr>
      <vt:lpstr>205_中国发展论坛张杰校长报告070930</vt:lpstr>
      <vt:lpstr>206_中国发展论坛张杰校长报告070930</vt:lpstr>
      <vt:lpstr>207_中国发展论坛张杰校长报告070930</vt:lpstr>
      <vt:lpstr>208_中国发展论坛张杰校长报告070930</vt:lpstr>
      <vt:lpstr>Data Mining and Big Data Anlysis 数据挖掘及大数据分析</vt:lpstr>
      <vt:lpstr>数据仓库与OLAP实验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数据仓库与OLAP实验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第4章 矢量工具与文字工具</dc:title>
  <dc:creator>王哲</dc:creator>
  <cp:lastModifiedBy>天宇 吴</cp:lastModifiedBy>
  <cp:revision>1268</cp:revision>
  <dcterms:created xsi:type="dcterms:W3CDTF">2023-03-10T14:44:40Z</dcterms:created>
  <dcterms:modified xsi:type="dcterms:W3CDTF">2025-03-28T17:35:17Z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2052-5.2.1.7798</vt:lpwstr>
  </property>
  <property fmtid="{D5CDD505-2E9C-101B-9397-08002B2CF9AE}" pid="3" name="ICV">
    <vt:lpwstr>AA5B7E094D99A7F5836CF563CC534294</vt:lpwstr>
  </property>
</Properties>
</file>